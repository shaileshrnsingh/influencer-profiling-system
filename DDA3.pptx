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86" r:id="rId12"/>
    <p:sldId id="318" r:id="rId13"/>
    <p:sldId id="319" r:id="rId14"/>
    <p:sldId id="320" r:id="rId15"/>
    <p:sldId id="265" r:id="rId16"/>
    <p:sldId id="266" r:id="rId17"/>
    <p:sldId id="267" r:id="rId18"/>
    <p:sldId id="268" r:id="rId19"/>
    <p:sldId id="270" r:id="rId20"/>
    <p:sldId id="322" r:id="rId21"/>
    <p:sldId id="323" r:id="rId22"/>
    <p:sldId id="269" r:id="rId23"/>
    <p:sldId id="324" r:id="rId24"/>
  </p:sldIdLst>
  <p:sldSz cx="18288000" cy="10287000"/>
  <p:notesSz cx="6858000" cy="9144000"/>
  <p:embeddedFontLst>
    <p:embeddedFont>
      <p:font typeface="Times New Roman Bold" panose="02020803070505020304" pitchFamily="18" charset="0"/>
      <p:regular r:id="rId26"/>
      <p:bold r:id="rId27"/>
    </p:embeddedFont>
    <p:embeddedFont>
      <p:font typeface="Times New Roman MT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CB668-8ACA-F3C0-6226-6899B010AA7C}" v="14" dt="2025-11-09T17:07:43.236"/>
    <p1510:client id="{4BB129CB-5F78-4E73-8C5A-C73F3896F3BB}" v="595" dt="2025-11-09T19:04:09.002"/>
    <p1510:client id="{6DBA64E0-4DD0-AFDE-2C78-BB90BB36E61F}" v="1" dt="2025-11-09T16:37:29.837"/>
    <p1510:client id="{8CAD7438-142B-A713-4BA9-0F5C3359023A}" v="740" dt="2025-11-09T18:12:33.733"/>
    <p1510:client id="{B359937E-2070-9289-BEDC-656984ACA620}" v="1085" dt="2025-11-09T17:41:06.395"/>
    <p1510:client id="{F9F693C4-1F70-9690-A42E-D1999D27780F}" v="31" dt="2025-11-09T19:09:54.428"/>
    <p1510:client id="{FAE97872-BCA1-467E-D535-FF27E471631D}" v="152" dt="2025-11-09T18:20:30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FAE97872-BCA1-467E-D535-FF27E471631D}"/>
    <pc:docChg chg="modSld">
      <pc:chgData name="Guest User" userId="" providerId="Windows Live" clId="Web-{FAE97872-BCA1-467E-D535-FF27E471631D}" dt="2025-11-09T18:20:30.759" v="117" actId="1076"/>
      <pc:docMkLst>
        <pc:docMk/>
      </pc:docMkLst>
      <pc:sldChg chg="addSp delSp modSp">
        <pc:chgData name="Guest User" userId="" providerId="Windows Live" clId="Web-{FAE97872-BCA1-467E-D535-FF27E471631D}" dt="2025-11-09T17:52:15.547" v="25"/>
        <pc:sldMkLst>
          <pc:docMk/>
          <pc:sldMk cId="0" sldId="286"/>
        </pc:sldMkLst>
        <pc:spChg chg="add del mod">
          <ac:chgData name="Guest User" userId="" providerId="Windows Live" clId="Web-{FAE97872-BCA1-467E-D535-FF27E471631D}" dt="2025-11-09T17:48:38.566" v="9"/>
          <ac:spMkLst>
            <pc:docMk/>
            <pc:sldMk cId="0" sldId="286"/>
            <ac:spMk id="3" creationId="{DF3C34F4-0A3A-289E-FC9E-70A42FEB0E3C}"/>
          </ac:spMkLst>
        </pc:spChg>
        <pc:spChg chg="add del mod">
          <ac:chgData name="Guest User" userId="" providerId="Windows Live" clId="Web-{FAE97872-BCA1-467E-D535-FF27E471631D}" dt="2025-11-09T17:52:15.547" v="25"/>
          <ac:spMkLst>
            <pc:docMk/>
            <pc:sldMk cId="0" sldId="286"/>
            <ac:spMk id="9" creationId="{C7EAD2C9-D582-696B-AAEA-7E2F18094720}"/>
          </ac:spMkLst>
        </pc:spChg>
        <pc:spChg chg="mod">
          <ac:chgData name="Guest User" userId="" providerId="Windows Live" clId="Web-{FAE97872-BCA1-467E-D535-FF27E471631D}" dt="2025-11-09T17:48:29.081" v="5" actId="20577"/>
          <ac:spMkLst>
            <pc:docMk/>
            <pc:sldMk cId="0" sldId="286"/>
            <ac:spMk id="21" creationId="{4EF1FAD1-A61B-75CD-CD95-911EE52E1C6A}"/>
          </ac:spMkLst>
        </pc:spChg>
        <pc:picChg chg="add del mod">
          <ac:chgData name="Guest User" userId="" providerId="Windows Live" clId="Web-{FAE97872-BCA1-467E-D535-FF27E471631D}" dt="2025-11-09T17:51:51.733" v="19"/>
          <ac:picMkLst>
            <pc:docMk/>
            <pc:sldMk cId="0" sldId="286"/>
            <ac:picMk id="10" creationId="{931C82D6-B4EB-25CD-A25B-81F0CF334AD8}"/>
          </ac:picMkLst>
        </pc:picChg>
        <pc:picChg chg="add mod">
          <ac:chgData name="Guest User" userId="" providerId="Windows Live" clId="Web-{FAE97872-BCA1-467E-D535-FF27E471631D}" dt="2025-11-09T17:52:12.828" v="24" actId="1076"/>
          <ac:picMkLst>
            <pc:docMk/>
            <pc:sldMk cId="0" sldId="286"/>
            <ac:picMk id="11" creationId="{A5BBBE3F-A7F0-89FE-A115-B288A0AB8243}"/>
          </ac:picMkLst>
        </pc:picChg>
      </pc:sldChg>
      <pc:sldChg chg="addSp delSp modSp">
        <pc:chgData name="Guest User" userId="" providerId="Windows Live" clId="Web-{FAE97872-BCA1-467E-D535-FF27E471631D}" dt="2025-11-09T18:20:30.759" v="117" actId="1076"/>
        <pc:sldMkLst>
          <pc:docMk/>
          <pc:sldMk cId="2117641904" sldId="318"/>
        </pc:sldMkLst>
        <pc:spChg chg="mod">
          <ac:chgData name="Guest User" userId="" providerId="Windows Live" clId="Web-{FAE97872-BCA1-467E-D535-FF27E471631D}" dt="2025-11-09T18:12:19.436" v="97" actId="20577"/>
          <ac:spMkLst>
            <pc:docMk/>
            <pc:sldMk cId="2117641904" sldId="318"/>
            <ac:spMk id="3" creationId="{94C89077-5A90-527B-47B9-4178705EF669}"/>
          </ac:spMkLst>
        </pc:spChg>
        <pc:spChg chg="add del mod">
          <ac:chgData name="Guest User" userId="" providerId="Windows Live" clId="Web-{FAE97872-BCA1-467E-D535-FF27E471631D}" dt="2025-11-09T18:18:15.898" v="102"/>
          <ac:spMkLst>
            <pc:docMk/>
            <pc:sldMk cId="2117641904" sldId="318"/>
            <ac:spMk id="11" creationId="{49772025-F242-5173-D668-CC686D9D0134}"/>
          </ac:spMkLst>
        </pc:spChg>
        <pc:picChg chg="add mod">
          <ac:chgData name="Guest User" userId="" providerId="Windows Live" clId="Web-{FAE97872-BCA1-467E-D535-FF27E471631D}" dt="2025-11-09T18:20:30.759" v="117" actId="1076"/>
          <ac:picMkLst>
            <pc:docMk/>
            <pc:sldMk cId="2117641904" sldId="318"/>
            <ac:picMk id="9" creationId="{B0EBB029-C2C4-280D-BCCD-0A1E0780ACD9}"/>
          </ac:picMkLst>
        </pc:picChg>
        <pc:picChg chg="add mod">
          <ac:chgData name="Guest User" userId="" providerId="Windows Live" clId="Web-{FAE97872-BCA1-467E-D535-FF27E471631D}" dt="2025-11-09T18:20:25.181" v="116" actId="1076"/>
          <ac:picMkLst>
            <pc:docMk/>
            <pc:sldMk cId="2117641904" sldId="318"/>
            <ac:picMk id="13" creationId="{F7509162-C296-979C-48BF-AF717EAFC52F}"/>
          </ac:picMkLst>
        </pc:picChg>
        <pc:picChg chg="add mod">
          <ac:chgData name="Guest User" userId="" providerId="Windows Live" clId="Web-{FAE97872-BCA1-467E-D535-FF27E471631D}" dt="2025-11-09T18:20:15.587" v="113" actId="1076"/>
          <ac:picMkLst>
            <pc:docMk/>
            <pc:sldMk cId="2117641904" sldId="318"/>
            <ac:picMk id="14" creationId="{D177958B-6315-07F1-553A-693240106287}"/>
          </ac:picMkLst>
        </pc:picChg>
      </pc:sldChg>
      <pc:sldChg chg="addSp modSp">
        <pc:chgData name="Guest User" userId="" providerId="Windows Live" clId="Web-{FAE97872-BCA1-467E-D535-FF27E471631D}" dt="2025-11-09T18:09:54.242" v="85" actId="1076"/>
        <pc:sldMkLst>
          <pc:docMk/>
          <pc:sldMk cId="1996761188" sldId="319"/>
        </pc:sldMkLst>
        <pc:picChg chg="add mod">
          <ac:chgData name="Guest User" userId="" providerId="Windows Live" clId="Web-{FAE97872-BCA1-467E-D535-FF27E471631D}" dt="2025-11-09T18:05:49.334" v="65" actId="1076"/>
          <ac:picMkLst>
            <pc:docMk/>
            <pc:sldMk cId="1996761188" sldId="319"/>
            <ac:picMk id="9" creationId="{869E0168-1BCC-23EA-BEBA-F5912FEB1378}"/>
          </ac:picMkLst>
        </pc:picChg>
        <pc:picChg chg="add mod">
          <ac:chgData name="Guest User" userId="" providerId="Windows Live" clId="Web-{FAE97872-BCA1-467E-D535-FF27E471631D}" dt="2025-11-09T18:09:54.242" v="85" actId="1076"/>
          <ac:picMkLst>
            <pc:docMk/>
            <pc:sldMk cId="1996761188" sldId="319"/>
            <ac:picMk id="11" creationId="{65ED5B41-C9B1-B956-0DD5-582E5815C27A}"/>
          </ac:picMkLst>
        </pc:picChg>
      </pc:sldChg>
      <pc:sldChg chg="addSp modSp">
        <pc:chgData name="Guest User" userId="" providerId="Windows Live" clId="Web-{FAE97872-BCA1-467E-D535-FF27E471631D}" dt="2025-11-09T18:02:22.862" v="62" actId="20577"/>
        <pc:sldMkLst>
          <pc:docMk/>
          <pc:sldMk cId="1752837979" sldId="320"/>
        </pc:sldMkLst>
        <pc:spChg chg="mod">
          <ac:chgData name="Guest User" userId="" providerId="Windows Live" clId="Web-{FAE97872-BCA1-467E-D535-FF27E471631D}" dt="2025-11-09T18:02:22.862" v="62" actId="20577"/>
          <ac:spMkLst>
            <pc:docMk/>
            <pc:sldMk cId="1752837979" sldId="320"/>
            <ac:spMk id="21" creationId="{8769C531-1F46-4EBF-09A2-72B189E685AA}"/>
          </ac:spMkLst>
        </pc:spChg>
        <pc:picChg chg="add mod">
          <ac:chgData name="Guest User" userId="" providerId="Windows Live" clId="Web-{FAE97872-BCA1-467E-D535-FF27E471631D}" dt="2025-11-09T18:01:40.002" v="50" actId="1076"/>
          <ac:picMkLst>
            <pc:docMk/>
            <pc:sldMk cId="1752837979" sldId="320"/>
            <ac:picMk id="3" creationId="{05C8DE6C-3433-2EFB-FCCC-8B2AF2FE859D}"/>
          </ac:picMkLst>
        </pc:picChg>
        <pc:picChg chg="add mod">
          <ac:chgData name="Guest User" userId="" providerId="Windows Live" clId="Web-{FAE97872-BCA1-467E-D535-FF27E471631D}" dt="2025-11-09T18:01:53.987" v="52" actId="1076"/>
          <ac:picMkLst>
            <pc:docMk/>
            <pc:sldMk cId="1752837979" sldId="320"/>
            <ac:picMk id="10" creationId="{FE2EC416-6B5E-125D-DBB3-B7A5B0FFBF38}"/>
          </ac:picMkLst>
        </pc:picChg>
      </pc:sldChg>
    </pc:docChg>
  </pc:docChgLst>
  <pc:docChgLst>
    <pc:chgData name="Guest User" providerId="Windows Live" clId="Web-{F9F693C4-1F70-9690-A42E-D1999D27780F}"/>
    <pc:docChg chg="modSld">
      <pc:chgData name="Guest User" userId="" providerId="Windows Live" clId="Web-{F9F693C4-1F70-9690-A42E-D1999D27780F}" dt="2025-11-09T19:09:54.428" v="30"/>
      <pc:docMkLst>
        <pc:docMk/>
      </pc:docMkLst>
      <pc:sldChg chg="modTransition addAnim delAnim">
        <pc:chgData name="Guest User" userId="" providerId="Windows Live" clId="Web-{F9F693C4-1F70-9690-A42E-D1999D27780F}" dt="2025-11-09T19:09:54.428" v="30"/>
        <pc:sldMkLst>
          <pc:docMk/>
          <pc:sldMk cId="0" sldId="256"/>
        </pc:sldMkLst>
      </pc:sldChg>
      <pc:sldChg chg="addAnim delAnim">
        <pc:chgData name="Guest User" userId="" providerId="Windows Live" clId="Web-{F9F693C4-1F70-9690-A42E-D1999D27780F}" dt="2025-11-09T19:08:30.908" v="17"/>
        <pc:sldMkLst>
          <pc:docMk/>
          <pc:sldMk cId="0" sldId="257"/>
        </pc:sldMkLst>
      </pc:sldChg>
      <pc:sldChg chg="addAnim delAnim">
        <pc:chgData name="Guest User" userId="" providerId="Windows Live" clId="Web-{F9F693C4-1F70-9690-A42E-D1999D27780F}" dt="2025-11-09T19:08:42.362" v="19"/>
        <pc:sldMkLst>
          <pc:docMk/>
          <pc:sldMk cId="0" sldId="258"/>
        </pc:sldMkLst>
      </pc:sldChg>
      <pc:sldChg chg="addAnim delAnim">
        <pc:chgData name="Guest User" userId="" providerId="Windows Live" clId="Web-{F9F693C4-1F70-9690-A42E-D1999D27780F}" dt="2025-11-09T19:08:47.909" v="22"/>
        <pc:sldMkLst>
          <pc:docMk/>
          <pc:sldMk cId="0" sldId="259"/>
        </pc:sldMkLst>
      </pc:sldChg>
      <pc:sldChg chg="addAnim delAnim">
        <pc:chgData name="Guest User" userId="" providerId="Windows Live" clId="Web-{F9F693C4-1F70-9690-A42E-D1999D27780F}" dt="2025-11-09T19:08:56.831" v="25"/>
        <pc:sldMkLst>
          <pc:docMk/>
          <pc:sldMk cId="0" sldId="260"/>
        </pc:sldMkLst>
      </pc:sldChg>
      <pc:sldChg chg="addAnim delAnim">
        <pc:chgData name="Guest User" userId="" providerId="Windows Live" clId="Web-{F9F693C4-1F70-9690-A42E-D1999D27780F}" dt="2025-11-09T19:09:05.707" v="27"/>
        <pc:sldMkLst>
          <pc:docMk/>
          <pc:sldMk cId="0" sldId="261"/>
        </pc:sldMkLst>
      </pc:sldChg>
    </pc:docChg>
  </pc:docChgLst>
  <pc:docChgLst>
    <pc:chgData name="Anushka Sawant" userId="9144e3bcf7f6423c" providerId="LiveId" clId="{D91AA5CE-C6F1-4D23-B200-0B3638A6A2F0}"/>
    <pc:docChg chg="undo custSel addSld delSld modSld">
      <pc:chgData name="Anushka Sawant" userId="9144e3bcf7f6423c" providerId="LiveId" clId="{D91AA5CE-C6F1-4D23-B200-0B3638A6A2F0}" dt="2025-11-09T19:04:09.002" v="627"/>
      <pc:docMkLst>
        <pc:docMk/>
      </pc:docMkLst>
      <pc:sldChg chg="addSp modSp mod">
        <pc:chgData name="Anushka Sawant" userId="9144e3bcf7f6423c" providerId="LiveId" clId="{D91AA5CE-C6F1-4D23-B200-0B3638A6A2F0}" dt="2025-11-09T19:00:46.253" v="614" actId="1076"/>
        <pc:sldMkLst>
          <pc:docMk/>
          <pc:sldMk cId="0" sldId="256"/>
        </pc:sldMkLst>
        <pc:spChg chg="mod">
          <ac:chgData name="Anushka Sawant" userId="9144e3bcf7f6423c" providerId="LiveId" clId="{D91AA5CE-C6F1-4D23-B200-0B3638A6A2F0}" dt="2025-11-09T17:55:03.753" v="52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54:13.566" v="52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9:00:38.940" v="61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9:00:46.253" v="614" actId="1076"/>
          <ac:spMkLst>
            <pc:docMk/>
            <pc:sldMk cId="0" sldId="256"/>
            <ac:spMk id="10" creationId="{D366D82E-05B4-D6CB-B32B-83CCA841E138}"/>
          </ac:spMkLst>
        </pc:spChg>
        <pc:spChg chg="add mod">
          <ac:chgData name="Anushka Sawant" userId="9144e3bcf7f6423c" providerId="LiveId" clId="{D91AA5CE-C6F1-4D23-B200-0B3638A6A2F0}" dt="2025-11-09T18:21:26.349" v="609" actId="1076"/>
          <ac:spMkLst>
            <pc:docMk/>
            <pc:sldMk cId="0" sldId="256"/>
            <ac:spMk id="11" creationId="{B32F0BCD-7672-3471-145E-AE3BD4BF3912}"/>
          </ac:spMkLst>
        </pc:spChg>
        <pc:spChg chg="add mod">
          <ac:chgData name="Anushka Sawant" userId="9144e3bcf7f6423c" providerId="LiveId" clId="{D91AA5CE-C6F1-4D23-B200-0B3638A6A2F0}" dt="2025-11-09T17:54:50.022" v="526" actId="1076"/>
          <ac:spMkLst>
            <pc:docMk/>
            <pc:sldMk cId="0" sldId="256"/>
            <ac:spMk id="12" creationId="{1E679F31-AB82-2457-9B20-EC9C76E14C09}"/>
          </ac:spMkLst>
        </pc:spChg>
        <pc:spChg chg="add mod">
          <ac:chgData name="Anushka Sawant" userId="9144e3bcf7f6423c" providerId="LiveId" clId="{D91AA5CE-C6F1-4D23-B200-0B3638A6A2F0}" dt="2025-11-09T17:54:53.217" v="527" actId="1076"/>
          <ac:spMkLst>
            <pc:docMk/>
            <pc:sldMk cId="0" sldId="256"/>
            <ac:spMk id="13" creationId="{F8CF7556-2A74-3F51-3786-9317AB2DCC96}"/>
          </ac:spMkLst>
        </pc:spChg>
      </pc:sldChg>
      <pc:sldChg chg="modSp mod">
        <pc:chgData name="Anushka Sawant" userId="9144e3bcf7f6423c" providerId="LiveId" clId="{D91AA5CE-C6F1-4D23-B200-0B3638A6A2F0}" dt="2025-11-09T19:01:04.805" v="615" actId="20577"/>
        <pc:sldMkLst>
          <pc:docMk/>
          <pc:sldMk cId="0" sldId="258"/>
        </pc:sldMkLst>
        <pc:spChg chg="mod">
          <ac:chgData name="Anushka Sawant" userId="9144e3bcf7f6423c" providerId="LiveId" clId="{D91AA5CE-C6F1-4D23-B200-0B3638A6A2F0}" dt="2025-11-09T19:01:04.805" v="615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modSp modAnim">
        <pc:chgData name="Anushka Sawant" userId="9144e3bcf7f6423c" providerId="LiveId" clId="{D91AA5CE-C6F1-4D23-B200-0B3638A6A2F0}" dt="2025-11-09T19:03:05.480" v="623"/>
        <pc:sldMkLst>
          <pc:docMk/>
          <pc:sldMk cId="0" sldId="263"/>
        </pc:sldMkLst>
        <pc:spChg chg="mod">
          <ac:chgData name="Anushka Sawant" userId="9144e3bcf7f6423c" providerId="LiveId" clId="{D91AA5CE-C6F1-4D23-B200-0B3638A6A2F0}" dt="2025-11-09T19:02:34.893" v="619" actId="164"/>
          <ac:spMkLst>
            <pc:docMk/>
            <pc:sldMk cId="0" sldId="263"/>
            <ac:spMk id="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9:02:57.753" v="621" actId="164"/>
          <ac:spMkLst>
            <pc:docMk/>
            <pc:sldMk cId="0" sldId="263"/>
            <ac:spMk id="3" creationId="{00000000-0000-0000-0000-000000000000}"/>
          </ac:spMkLst>
        </pc:spChg>
        <pc:grpChg chg="mod">
          <ac:chgData name="Anushka Sawant" userId="9144e3bcf7f6423c" providerId="LiveId" clId="{D91AA5CE-C6F1-4D23-B200-0B3638A6A2F0}" dt="2025-11-09T19:02:34.893" v="619" actId="164"/>
          <ac:grpSpMkLst>
            <pc:docMk/>
            <pc:sldMk cId="0" sldId="263"/>
            <ac:grpSpMk id="7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9:02:57.753" v="621" actId="164"/>
          <ac:grpSpMkLst>
            <pc:docMk/>
            <pc:sldMk cId="0" sldId="263"/>
            <ac:grpSpMk id="19" creationId="{00000000-0000-0000-0000-000000000000}"/>
          </ac:grpSpMkLst>
        </pc:grpChg>
        <pc:grpChg chg="add mod">
          <ac:chgData name="Anushka Sawant" userId="9144e3bcf7f6423c" providerId="LiveId" clId="{D91AA5CE-C6F1-4D23-B200-0B3638A6A2F0}" dt="2025-11-09T19:02:34.893" v="619" actId="164"/>
          <ac:grpSpMkLst>
            <pc:docMk/>
            <pc:sldMk cId="0" sldId="263"/>
            <ac:grpSpMk id="33" creationId="{11D91FEC-F8AC-6EB2-93FF-C51864812AF9}"/>
          </ac:grpSpMkLst>
        </pc:grpChg>
        <pc:grpChg chg="add mod">
          <ac:chgData name="Anushka Sawant" userId="9144e3bcf7f6423c" providerId="LiveId" clId="{D91AA5CE-C6F1-4D23-B200-0B3638A6A2F0}" dt="2025-11-09T19:02:57.753" v="621" actId="164"/>
          <ac:grpSpMkLst>
            <pc:docMk/>
            <pc:sldMk cId="0" sldId="263"/>
            <ac:grpSpMk id="34" creationId="{C8AC4837-1BBD-4BCC-CDE4-D14FBB601659}"/>
          </ac:grpSpMkLst>
        </pc:grpChg>
      </pc:sldChg>
      <pc:sldChg chg="addSp modSp mod modAnim">
        <pc:chgData name="Anushka Sawant" userId="9144e3bcf7f6423c" providerId="LiveId" clId="{D91AA5CE-C6F1-4D23-B200-0B3638A6A2F0}" dt="2025-11-09T19:04:09.002" v="627"/>
        <pc:sldMkLst>
          <pc:docMk/>
          <pc:sldMk cId="0" sldId="264"/>
        </pc:sldMkLst>
        <pc:spChg chg="mod">
          <ac:chgData name="Anushka Sawant" userId="9144e3bcf7f6423c" providerId="LiveId" clId="{D91AA5CE-C6F1-4D23-B200-0B3638A6A2F0}" dt="2025-11-09T17:49:02.326" v="492" actId="94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49:11.308" v="493" actId="94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49:41.953" v="498" actId="14100"/>
          <ac:spMkLst>
            <pc:docMk/>
            <pc:sldMk cId="0" sldId="264"/>
            <ac:spMk id="26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49:25.044" v="495" actId="947"/>
          <ac:spMkLst>
            <pc:docMk/>
            <pc:sldMk cId="0" sldId="264"/>
            <ac:spMk id="2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50:27.676" v="503" actId="94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49:31.808" v="496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9:03:56.695" v="625" actId="164"/>
          <ac:spMkLst>
            <pc:docMk/>
            <pc:sldMk cId="0" sldId="264"/>
            <ac:spMk id="3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9:03:56.695" v="625" actId="164"/>
          <ac:spMkLst>
            <pc:docMk/>
            <pc:sldMk cId="0" sldId="264"/>
            <ac:spMk id="3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9:03:56.695" v="625" actId="164"/>
          <ac:spMkLst>
            <pc:docMk/>
            <pc:sldMk cId="0" sldId="264"/>
            <ac:spMk id="40" creationId="{00000000-0000-0000-0000-000000000000}"/>
          </ac:spMkLst>
        </pc:spChg>
        <pc:grpChg chg="mod">
          <ac:chgData name="Anushka Sawant" userId="9144e3bcf7f6423c" providerId="LiveId" clId="{D91AA5CE-C6F1-4D23-B200-0B3638A6A2F0}" dt="2025-11-09T19:03:45.115" v="624" actId="164"/>
          <ac:grpSpMkLst>
            <pc:docMk/>
            <pc:sldMk cId="0" sldId="264"/>
            <ac:grpSpMk id="2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9:03:45.115" v="624" actId="164"/>
          <ac:grpSpMkLst>
            <pc:docMk/>
            <pc:sldMk cId="0" sldId="264"/>
            <ac:grpSpMk id="7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9:03:56.695" v="625" actId="164"/>
          <ac:grpSpMkLst>
            <pc:docMk/>
            <pc:sldMk cId="0" sldId="264"/>
            <ac:grpSpMk id="34" creationId="{00000000-0000-0000-0000-000000000000}"/>
          </ac:grpSpMkLst>
        </pc:grpChg>
        <pc:grpChg chg="add mod">
          <ac:chgData name="Anushka Sawant" userId="9144e3bcf7f6423c" providerId="LiveId" clId="{D91AA5CE-C6F1-4D23-B200-0B3638A6A2F0}" dt="2025-11-09T19:03:45.115" v="624" actId="164"/>
          <ac:grpSpMkLst>
            <pc:docMk/>
            <pc:sldMk cId="0" sldId="264"/>
            <ac:grpSpMk id="41" creationId="{1BC19AC4-2D2E-206C-5304-81F95FFDD74F}"/>
          </ac:grpSpMkLst>
        </pc:grpChg>
        <pc:grpChg chg="add mod">
          <ac:chgData name="Anushka Sawant" userId="9144e3bcf7f6423c" providerId="LiveId" clId="{D91AA5CE-C6F1-4D23-B200-0B3638A6A2F0}" dt="2025-11-09T19:03:56.695" v="625" actId="164"/>
          <ac:grpSpMkLst>
            <pc:docMk/>
            <pc:sldMk cId="0" sldId="264"/>
            <ac:grpSpMk id="42" creationId="{46F775A0-AC58-738E-8CB7-428CBC3C6B19}"/>
          </ac:grpSpMkLst>
        </pc:grpChg>
      </pc:sldChg>
      <pc:sldChg chg="addSp delSp modSp mod modNotes">
        <pc:chgData name="Anushka Sawant" userId="9144e3bcf7f6423c" providerId="LiveId" clId="{D91AA5CE-C6F1-4D23-B200-0B3638A6A2F0}" dt="2025-11-09T18:16:57.908" v="601" actId="1076"/>
        <pc:sldMkLst>
          <pc:docMk/>
          <pc:sldMk cId="0" sldId="265"/>
        </pc:sldMkLst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9" creationId="{26B071E0-8097-0048-8BAA-030D5F3ED525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0" creationId="{35CA09EC-182D-2859-5E3A-86AAAE4C482B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1" creationId="{8056D8D7-DFCE-1CB0-B8F8-227F1F0D94E7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2" creationId="{74C0B578-F9FE-0272-BB4D-935319A8B98A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3" creationId="{390765CF-420E-E98B-1AFC-76FFC079043A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4" creationId="{062D1809-52FA-7D4E-F13A-CD163DFE8CEF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5" creationId="{7E806471-C112-86F4-82F6-A30A3865484E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6" creationId="{C8A6CA5C-3031-5E5B-4784-2CE464706CAB}"/>
          </ac:spMkLst>
        </pc:spChg>
        <pc:spChg chg="mod">
          <ac:chgData name="Anushka Sawant" userId="9144e3bcf7f6423c" providerId="LiveId" clId="{D91AA5CE-C6F1-4D23-B200-0B3638A6A2F0}" dt="2025-11-09T17:23:49.038" v="302"/>
          <ac:spMkLst>
            <pc:docMk/>
            <pc:sldMk cId="0" sldId="265"/>
            <ac:spMk id="17" creationId="{42767ABE-817A-3947-64D1-503D52B077AD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19" creationId="{E91AD698-BD4E-7424-9545-1B341FBC913D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0" creationId="{BCD653D0-8CF3-5AC4-1B2A-8DC88A892DDC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1" creationId="{FA02D51D-9B14-BDFE-0C4F-72D555DE0FCE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2" creationId="{DD5E36BF-1A41-D4E4-0037-85E3BD0989C8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3" creationId="{DA7A7F7D-EBDB-96EC-4A09-2982A1236AA3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4" creationId="{48D57BD7-7F3F-929E-2728-58AE0E65FB42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5" creationId="{6303759D-29D4-575E-1F03-F51CB279463E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6" creationId="{76C7E8C6-71F1-85D0-3199-8BFE0D8B6DA7}"/>
          </ac:spMkLst>
        </pc:spChg>
        <pc:spChg chg="mod">
          <ac:chgData name="Anushka Sawant" userId="9144e3bcf7f6423c" providerId="LiveId" clId="{D91AA5CE-C6F1-4D23-B200-0B3638A6A2F0}" dt="2025-11-09T17:26:05.568" v="314"/>
          <ac:spMkLst>
            <pc:docMk/>
            <pc:sldMk cId="0" sldId="265"/>
            <ac:spMk id="27" creationId="{D0C6C0DC-AC1A-1B0B-0829-B87EE3501476}"/>
          </ac:spMkLst>
        </pc:spChg>
        <pc:spChg chg="mod">
          <ac:chgData name="Anushka Sawant" userId="9144e3bcf7f6423c" providerId="LiveId" clId="{D91AA5CE-C6F1-4D23-B200-0B3638A6A2F0}" dt="2025-11-09T17:26:20.640" v="315"/>
          <ac:spMkLst>
            <pc:docMk/>
            <pc:sldMk cId="0" sldId="265"/>
            <ac:spMk id="29" creationId="{8ABFF63B-E4F1-22D5-21A3-269E87C15E61}"/>
          </ac:spMkLst>
        </pc:spChg>
        <pc:spChg chg="mod">
          <ac:chgData name="Anushka Sawant" userId="9144e3bcf7f6423c" providerId="LiveId" clId="{D91AA5CE-C6F1-4D23-B200-0B3638A6A2F0}" dt="2025-11-09T17:26:20.640" v="315"/>
          <ac:spMkLst>
            <pc:docMk/>
            <pc:sldMk cId="0" sldId="265"/>
            <ac:spMk id="30" creationId="{CC597945-9F7B-E2C9-6654-A98C3549544E}"/>
          </ac:spMkLst>
        </pc:spChg>
        <pc:spChg chg="mod">
          <ac:chgData name="Anushka Sawant" userId="9144e3bcf7f6423c" providerId="LiveId" clId="{D91AA5CE-C6F1-4D23-B200-0B3638A6A2F0}" dt="2025-11-09T17:26:20.640" v="315"/>
          <ac:spMkLst>
            <pc:docMk/>
            <pc:sldMk cId="0" sldId="265"/>
            <ac:spMk id="31" creationId="{8E8B3FBF-DA18-17A9-9744-C8076D3E4761}"/>
          </ac:spMkLst>
        </pc:spChg>
        <pc:spChg chg="mod">
          <ac:chgData name="Anushka Sawant" userId="9144e3bcf7f6423c" providerId="LiveId" clId="{D91AA5CE-C6F1-4D23-B200-0B3638A6A2F0}" dt="2025-11-09T17:26:20.640" v="315"/>
          <ac:spMkLst>
            <pc:docMk/>
            <pc:sldMk cId="0" sldId="265"/>
            <ac:spMk id="32" creationId="{9E5741BB-7EDA-9850-9A32-942C3C991941}"/>
          </ac:spMkLst>
        </pc:spChg>
        <pc:spChg chg="mod">
          <ac:chgData name="Anushka Sawant" userId="9144e3bcf7f6423c" providerId="LiveId" clId="{D91AA5CE-C6F1-4D23-B200-0B3638A6A2F0}" dt="2025-11-09T17:55:51.392" v="532" actId="20577"/>
          <ac:spMkLst>
            <pc:docMk/>
            <pc:sldMk cId="0" sldId="265"/>
            <ac:spMk id="33" creationId="{AD68BBE7-412E-5B2C-D25B-6C2245B5CCD3}"/>
          </ac:spMkLst>
        </pc:spChg>
        <pc:spChg chg="mod">
          <ac:chgData name="Anushka Sawant" userId="9144e3bcf7f6423c" providerId="LiveId" clId="{D91AA5CE-C6F1-4D23-B200-0B3638A6A2F0}" dt="2025-11-09T17:37:46.145" v="424" actId="14100"/>
          <ac:spMkLst>
            <pc:docMk/>
            <pc:sldMk cId="0" sldId="265"/>
            <ac:spMk id="35" creationId="{61360C94-652C-EB62-B102-63A50F548DAC}"/>
          </ac:spMkLst>
        </pc:spChg>
        <pc:spChg chg="mod">
          <ac:chgData name="Anushka Sawant" userId="9144e3bcf7f6423c" providerId="LiveId" clId="{D91AA5CE-C6F1-4D23-B200-0B3638A6A2F0}" dt="2025-11-09T17:37:00.616" v="417" actId="14100"/>
          <ac:spMkLst>
            <pc:docMk/>
            <pc:sldMk cId="0" sldId="265"/>
            <ac:spMk id="36" creationId="{D2B45D19-98EC-6CCE-DD58-C06A924FFEA3}"/>
          </ac:spMkLst>
        </pc:spChg>
        <pc:spChg chg="mod">
          <ac:chgData name="Anushka Sawant" userId="9144e3bcf7f6423c" providerId="LiveId" clId="{D91AA5CE-C6F1-4D23-B200-0B3638A6A2F0}" dt="2025-11-09T17:26:20.640" v="315"/>
          <ac:spMkLst>
            <pc:docMk/>
            <pc:sldMk cId="0" sldId="265"/>
            <ac:spMk id="37" creationId="{76BC6DE2-6AA8-B9CA-9994-DC855300D69B}"/>
          </ac:spMkLst>
        </pc:spChg>
        <pc:spChg chg="mod">
          <ac:chgData name="Anushka Sawant" userId="9144e3bcf7f6423c" providerId="LiveId" clId="{D91AA5CE-C6F1-4D23-B200-0B3638A6A2F0}" dt="2025-11-09T17:26:20.640" v="315"/>
          <ac:spMkLst>
            <pc:docMk/>
            <pc:sldMk cId="0" sldId="265"/>
            <ac:spMk id="38" creationId="{8B517643-4E49-3150-873C-520DD9E7C0FC}"/>
          </ac:spMkLst>
        </pc:spChg>
        <pc:spChg chg="mod">
          <ac:chgData name="Anushka Sawant" userId="9144e3bcf7f6423c" providerId="LiveId" clId="{D91AA5CE-C6F1-4D23-B200-0B3638A6A2F0}" dt="2025-11-09T17:26:20.640" v="315"/>
          <ac:spMkLst>
            <pc:docMk/>
            <pc:sldMk cId="0" sldId="265"/>
            <ac:spMk id="40" creationId="{051D0243-C201-BB1E-FF52-57F12AAEFF44}"/>
          </ac:spMkLst>
        </pc:spChg>
        <pc:spChg chg="add mod">
          <ac:chgData name="Anushka Sawant" userId="9144e3bcf7f6423c" providerId="LiveId" clId="{D91AA5CE-C6F1-4D23-B200-0B3638A6A2F0}" dt="2025-11-09T18:16:57.908" v="601" actId="1076"/>
          <ac:spMkLst>
            <pc:docMk/>
            <pc:sldMk cId="0" sldId="265"/>
            <ac:spMk id="42" creationId="{34D26C49-4D2D-EC72-DB20-F13B4A23E1DB}"/>
          </ac:spMkLst>
        </pc:spChg>
        <pc:grpChg chg="add del mod">
          <ac:chgData name="Anushka Sawant" userId="9144e3bcf7f6423c" providerId="LiveId" clId="{D91AA5CE-C6F1-4D23-B200-0B3638A6A2F0}" dt="2025-11-09T17:55:48.727" v="531" actId="478"/>
          <ac:grpSpMkLst>
            <pc:docMk/>
            <pc:sldMk cId="0" sldId="265"/>
            <ac:grpSpMk id="8" creationId="{51FD9C15-8A6F-E70D-DA17-BE7DE9648A6B}"/>
          </ac:grpSpMkLst>
        </pc:grpChg>
        <pc:grpChg chg="add del mod">
          <ac:chgData name="Anushka Sawant" userId="9144e3bcf7f6423c" providerId="LiveId" clId="{D91AA5CE-C6F1-4D23-B200-0B3638A6A2F0}" dt="2025-11-09T17:55:45.810" v="530" actId="478"/>
          <ac:grpSpMkLst>
            <pc:docMk/>
            <pc:sldMk cId="0" sldId="265"/>
            <ac:grpSpMk id="18" creationId="{A87791D0-F213-BC78-13C6-338DD17E3047}"/>
          </ac:grpSpMkLst>
        </pc:grpChg>
        <pc:grpChg chg="del">
          <ac:chgData name="Anushka Sawant" userId="9144e3bcf7f6423c" providerId="LiveId" clId="{D91AA5CE-C6F1-4D23-B200-0B3638A6A2F0}" dt="2025-11-09T17:55:55.491" v="533" actId="478"/>
          <ac:grpSpMkLst>
            <pc:docMk/>
            <pc:sldMk cId="0" sldId="265"/>
            <ac:grpSpMk id="28" creationId="{1B5F6DC8-46DF-6592-340B-E93524392322}"/>
          </ac:grpSpMkLst>
        </pc:grpChg>
      </pc:sldChg>
      <pc:sldChg chg="addSp delSp modSp mod modAnim">
        <pc:chgData name="Anushka Sawant" userId="9144e3bcf7f6423c" providerId="LiveId" clId="{D91AA5CE-C6F1-4D23-B200-0B3638A6A2F0}" dt="2025-11-09T18:05:30.337" v="557" actId="1076"/>
        <pc:sldMkLst>
          <pc:docMk/>
          <pc:sldMk cId="0" sldId="266"/>
        </pc:sldMkLst>
        <pc:spChg chg="mod">
          <ac:chgData name="Anushka Sawant" userId="9144e3bcf7f6423c" providerId="LiveId" clId="{D91AA5CE-C6F1-4D23-B200-0B3638A6A2F0}" dt="2025-11-09T16:47:20.776" v="98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7:04.693" v="96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6:31.065" v="93" actId="94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4:29.109" v="139" actId="1076"/>
          <ac:spMkLst>
            <pc:docMk/>
            <pc:sldMk cId="0" sldId="266"/>
            <ac:spMk id="2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4:45.564" v="141" actId="1076"/>
          <ac:spMkLst>
            <pc:docMk/>
            <pc:sldMk cId="0" sldId="266"/>
            <ac:spMk id="3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4:52.838" v="142" actId="1076"/>
          <ac:spMkLst>
            <pc:docMk/>
            <pc:sldMk cId="0" sldId="266"/>
            <ac:spMk id="3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8:11.333" v="157" actId="164"/>
          <ac:spMkLst>
            <pc:docMk/>
            <pc:sldMk cId="0" sldId="266"/>
            <ac:spMk id="3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1:43.109" v="122" actId="947"/>
          <ac:spMkLst>
            <pc:docMk/>
            <pc:sldMk cId="0" sldId="266"/>
            <ac:spMk id="3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5:27.543" v="87" actId="57"/>
          <ac:spMkLst>
            <pc:docMk/>
            <pc:sldMk cId="0" sldId="266"/>
            <ac:spMk id="3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5:06.103" v="143" actId="1076"/>
          <ac:spMkLst>
            <pc:docMk/>
            <pc:sldMk cId="0" sldId="266"/>
            <ac:spMk id="3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2:16.641" v="67" actId="255"/>
          <ac:spMkLst>
            <pc:docMk/>
            <pc:sldMk cId="0" sldId="266"/>
            <ac:spMk id="5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1:57.551" v="65" actId="255"/>
          <ac:spMkLst>
            <pc:docMk/>
            <pc:sldMk cId="0" sldId="266"/>
            <ac:spMk id="5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1:32.604" v="63" actId="947"/>
          <ac:spMkLst>
            <pc:docMk/>
            <pc:sldMk cId="0" sldId="266"/>
            <ac:spMk id="5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3:30.124" v="132" actId="1076"/>
          <ac:spMkLst>
            <pc:docMk/>
            <pc:sldMk cId="0" sldId="266"/>
            <ac:spMk id="6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3:35.125" v="133" actId="1076"/>
          <ac:spMkLst>
            <pc:docMk/>
            <pc:sldMk cId="0" sldId="266"/>
            <ac:spMk id="6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3:41.568" v="134" actId="1076"/>
          <ac:spMkLst>
            <pc:docMk/>
            <pc:sldMk cId="0" sldId="266"/>
            <ac:spMk id="62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32:20.912" v="39" actId="164"/>
          <ac:spMkLst>
            <pc:docMk/>
            <pc:sldMk cId="0" sldId="266"/>
            <ac:spMk id="6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32:15.682" v="38" actId="164"/>
          <ac:spMkLst>
            <pc:docMk/>
            <pc:sldMk cId="0" sldId="266"/>
            <ac:spMk id="65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32:20.912" v="39" actId="164"/>
          <ac:spMkLst>
            <pc:docMk/>
            <pc:sldMk cId="0" sldId="266"/>
            <ac:spMk id="66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32:26.804" v="40" actId="164"/>
          <ac:spMkLst>
            <pc:docMk/>
            <pc:sldMk cId="0" sldId="266"/>
            <ac:spMk id="67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56:08.208" v="147" actId="164"/>
          <ac:spMkLst>
            <pc:docMk/>
            <pc:sldMk cId="0" sldId="266"/>
            <ac:spMk id="68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56:15.954" v="148" actId="164"/>
          <ac:spMkLst>
            <pc:docMk/>
            <pc:sldMk cId="0" sldId="266"/>
            <ac:spMk id="69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56:08.208" v="147" actId="164"/>
          <ac:spMkLst>
            <pc:docMk/>
            <pc:sldMk cId="0" sldId="266"/>
            <ac:spMk id="70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32:15.682" v="38" actId="164"/>
          <ac:spMkLst>
            <pc:docMk/>
            <pc:sldMk cId="0" sldId="266"/>
            <ac:spMk id="71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32:26.804" v="40" actId="164"/>
          <ac:spMkLst>
            <pc:docMk/>
            <pc:sldMk cId="0" sldId="266"/>
            <ac:spMk id="72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55:41.775" v="144" actId="164"/>
          <ac:spMkLst>
            <pc:docMk/>
            <pc:sldMk cId="0" sldId="266"/>
            <ac:spMk id="73" creationId="{00000000-0000-0000-0000-000000000000}"/>
          </ac:spMkLst>
        </pc:spChg>
        <pc:spChg chg="mod topLvl">
          <ac:chgData name="Anushka Sawant" userId="9144e3bcf7f6423c" providerId="LiveId" clId="{D91AA5CE-C6F1-4D23-B200-0B3638A6A2F0}" dt="2025-11-09T16:55:41.775" v="144" actId="164"/>
          <ac:spMkLst>
            <pc:docMk/>
            <pc:sldMk cId="0" sldId="266"/>
            <ac:spMk id="7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3:40.562" v="75" actId="1076"/>
          <ac:spMkLst>
            <pc:docMk/>
            <pc:sldMk cId="0" sldId="266"/>
            <ac:spMk id="76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4:08.768" v="78" actId="947"/>
          <ac:spMkLst>
            <pc:docMk/>
            <pc:sldMk cId="0" sldId="266"/>
            <ac:spMk id="7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2:44.589" v="127" actId="1076"/>
          <ac:spMkLst>
            <pc:docMk/>
            <pc:sldMk cId="0" sldId="266"/>
            <ac:spMk id="7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8:53.930" v="106" actId="1076"/>
          <ac:spMkLst>
            <pc:docMk/>
            <pc:sldMk cId="0" sldId="266"/>
            <ac:spMk id="8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0:26.448" v="116" actId="947"/>
          <ac:spMkLst>
            <pc:docMk/>
            <pc:sldMk cId="0" sldId="266"/>
            <ac:spMk id="8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2:20.675" v="124" actId="1076"/>
          <ac:spMkLst>
            <pc:docMk/>
            <pc:sldMk cId="0" sldId="266"/>
            <ac:spMk id="85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50:10.832" v="115" actId="947"/>
          <ac:spMkLst>
            <pc:docMk/>
            <pc:sldMk cId="0" sldId="266"/>
            <ac:spMk id="86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8:13.198" v="103" actId="947"/>
          <ac:spMkLst>
            <pc:docMk/>
            <pc:sldMk cId="0" sldId="266"/>
            <ac:spMk id="8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6:48:37.508" v="105" actId="947"/>
          <ac:spMkLst>
            <pc:docMk/>
            <pc:sldMk cId="0" sldId="266"/>
            <ac:spMk id="89" creationId="{00000000-0000-0000-0000-000000000000}"/>
          </ac:spMkLst>
        </pc:spChg>
        <pc:grpChg chg="mod">
          <ac:chgData name="Anushka Sawant" userId="9144e3bcf7f6423c" providerId="LiveId" clId="{D91AA5CE-C6F1-4D23-B200-0B3638A6A2F0}" dt="2025-11-09T16:53:05.167" v="129" actId="1076"/>
          <ac:grpSpMkLst>
            <pc:docMk/>
            <pc:sldMk cId="0" sldId="266"/>
            <ac:grpSpMk id="4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6:59:12.079" v="165" actId="1076"/>
          <ac:grpSpMkLst>
            <pc:docMk/>
            <pc:sldMk cId="0" sldId="266"/>
            <ac:grpSpMk id="7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6:58:11.333" v="157" actId="164"/>
          <ac:grpSpMkLst>
            <pc:docMk/>
            <pc:sldMk cId="0" sldId="266"/>
            <ac:grpSpMk id="33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6:59:12.573" v="166" actId="1076"/>
          <ac:grpSpMkLst>
            <pc:docMk/>
            <pc:sldMk cId="0" sldId="266"/>
            <ac:grpSpMk id="40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6:24:09.252" v="0" actId="1076"/>
          <ac:grpSpMkLst>
            <pc:docMk/>
            <pc:sldMk cId="0" sldId="266"/>
            <ac:grpSpMk id="63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8:05:21.157" v="555" actId="1076"/>
          <ac:grpSpMkLst>
            <pc:docMk/>
            <pc:sldMk cId="0" sldId="266"/>
            <ac:grpSpMk id="75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8:05:30.337" v="557" actId="1076"/>
          <ac:grpSpMkLst>
            <pc:docMk/>
            <pc:sldMk cId="0" sldId="266"/>
            <ac:grpSpMk id="78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6:58:23.198" v="159" actId="1076"/>
          <ac:grpSpMkLst>
            <pc:docMk/>
            <pc:sldMk cId="0" sldId="266"/>
            <ac:grpSpMk id="81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8:05:26.719" v="556" actId="1076"/>
          <ac:grpSpMkLst>
            <pc:docMk/>
            <pc:sldMk cId="0" sldId="266"/>
            <ac:grpSpMk id="87" creationId="{00000000-0000-0000-0000-000000000000}"/>
          </ac:grpSpMkLst>
        </pc:grpChg>
        <pc:grpChg chg="add mod">
          <ac:chgData name="Anushka Sawant" userId="9144e3bcf7f6423c" providerId="LiveId" clId="{D91AA5CE-C6F1-4D23-B200-0B3638A6A2F0}" dt="2025-11-09T16:55:41.775" v="144" actId="164"/>
          <ac:grpSpMkLst>
            <pc:docMk/>
            <pc:sldMk cId="0" sldId="266"/>
            <ac:grpSpMk id="90" creationId="{D463075A-754E-5921-BE62-39A84EB48AD8}"/>
          </ac:grpSpMkLst>
        </pc:grpChg>
        <pc:grpChg chg="add mod">
          <ac:chgData name="Anushka Sawant" userId="9144e3bcf7f6423c" providerId="LiveId" clId="{D91AA5CE-C6F1-4D23-B200-0B3638A6A2F0}" dt="2025-11-09T16:32:26.804" v="40" actId="164"/>
          <ac:grpSpMkLst>
            <pc:docMk/>
            <pc:sldMk cId="0" sldId="266"/>
            <ac:grpSpMk id="91" creationId="{B5C0FD93-8D77-8776-9031-07729E6DA92B}"/>
          </ac:grpSpMkLst>
        </pc:grpChg>
        <pc:grpChg chg="add mod">
          <ac:chgData name="Anushka Sawant" userId="9144e3bcf7f6423c" providerId="LiveId" clId="{D91AA5CE-C6F1-4D23-B200-0B3638A6A2F0}" dt="2025-11-09T16:55:41.775" v="144" actId="164"/>
          <ac:grpSpMkLst>
            <pc:docMk/>
            <pc:sldMk cId="0" sldId="266"/>
            <ac:grpSpMk id="92" creationId="{46E6D6FE-5CE5-EAED-CE9D-9C45C48AD193}"/>
          </ac:grpSpMkLst>
        </pc:grpChg>
        <pc:grpChg chg="add mod">
          <ac:chgData name="Anushka Sawant" userId="9144e3bcf7f6423c" providerId="LiveId" clId="{D91AA5CE-C6F1-4D23-B200-0B3638A6A2F0}" dt="2025-11-09T16:56:08.208" v="147" actId="164"/>
          <ac:grpSpMkLst>
            <pc:docMk/>
            <pc:sldMk cId="0" sldId="266"/>
            <ac:grpSpMk id="93" creationId="{E78BCE82-C9AC-9BFF-B6AC-F35BC0A554EF}"/>
          </ac:grpSpMkLst>
        </pc:grpChg>
        <pc:grpChg chg="add mod">
          <ac:chgData name="Anushka Sawant" userId="9144e3bcf7f6423c" providerId="LiveId" clId="{D91AA5CE-C6F1-4D23-B200-0B3638A6A2F0}" dt="2025-11-09T16:56:15.954" v="148" actId="164"/>
          <ac:grpSpMkLst>
            <pc:docMk/>
            <pc:sldMk cId="0" sldId="266"/>
            <ac:grpSpMk id="94" creationId="{24654A75-9C07-0BD4-5D55-95714144F875}"/>
          </ac:grpSpMkLst>
        </pc:grpChg>
        <pc:grpChg chg="add mod">
          <ac:chgData name="Anushka Sawant" userId="9144e3bcf7f6423c" providerId="LiveId" clId="{D91AA5CE-C6F1-4D23-B200-0B3638A6A2F0}" dt="2025-11-09T16:59:13.554" v="167" actId="1076"/>
          <ac:grpSpMkLst>
            <pc:docMk/>
            <pc:sldMk cId="0" sldId="266"/>
            <ac:grpSpMk id="95" creationId="{0729DC50-9D7B-EDCC-1C76-CA563F3357D1}"/>
          </ac:grpSpMkLst>
        </pc:grpChg>
        <pc:grpChg chg="add mod">
          <ac:chgData name="Anushka Sawant" userId="9144e3bcf7f6423c" providerId="LiveId" clId="{D91AA5CE-C6F1-4D23-B200-0B3638A6A2F0}" dt="2025-11-09T16:59:11.533" v="164" actId="1076"/>
          <ac:grpSpMkLst>
            <pc:docMk/>
            <pc:sldMk cId="0" sldId="266"/>
            <ac:grpSpMk id="96" creationId="{0EF27DDC-5297-6F5D-8533-B89E62D26F2C}"/>
          </ac:grpSpMkLst>
        </pc:grpChg>
      </pc:sldChg>
      <pc:sldChg chg="addSp modSp mod modAnim">
        <pc:chgData name="Anushka Sawant" userId="9144e3bcf7f6423c" providerId="LiveId" clId="{D91AA5CE-C6F1-4D23-B200-0B3638A6A2F0}" dt="2025-11-09T18:07:05.402" v="564"/>
        <pc:sldMkLst>
          <pc:docMk/>
          <pc:sldMk cId="0" sldId="267"/>
        </pc:sldMkLst>
        <pc:spChg chg="mod">
          <ac:chgData name="Anushka Sawant" userId="9144e3bcf7f6423c" providerId="LiveId" clId="{D91AA5CE-C6F1-4D23-B200-0B3638A6A2F0}" dt="2025-11-09T17:02:56.314" v="189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5:21.116" v="204" actId="94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5:30.831" v="205" actId="94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3:03.061" v="190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3:16.984" v="193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5:40.397" v="206" actId="94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3:30.648" v="194" actId="947"/>
          <ac:spMkLst>
            <pc:docMk/>
            <pc:sldMk cId="0" sldId="267"/>
            <ac:spMk id="26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3:39.702" v="195" actId="947"/>
          <ac:spMkLst>
            <pc:docMk/>
            <pc:sldMk cId="0" sldId="267"/>
            <ac:spMk id="26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3:48.111" v="196" actId="947"/>
          <ac:spMkLst>
            <pc:docMk/>
            <pc:sldMk cId="0" sldId="267"/>
            <ac:spMk id="26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4:38.234" v="200" actId="1076"/>
          <ac:spMkLst>
            <pc:docMk/>
            <pc:sldMk cId="0" sldId="267"/>
            <ac:spMk id="26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4:03.286" v="197" actId="947"/>
          <ac:spMkLst>
            <pc:docMk/>
            <pc:sldMk cId="0" sldId="267"/>
            <ac:spMk id="26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4:13.850" v="198" actId="947"/>
          <ac:spMkLst>
            <pc:docMk/>
            <pc:sldMk cId="0" sldId="267"/>
            <ac:spMk id="27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4:51.798" v="202" actId="1076"/>
          <ac:spMkLst>
            <pc:docMk/>
            <pc:sldMk cId="0" sldId="267"/>
            <ac:spMk id="27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5:00.696" v="203" actId="1076"/>
          <ac:spMkLst>
            <pc:docMk/>
            <pc:sldMk cId="0" sldId="267"/>
            <ac:spMk id="27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4:29.910" v="199" actId="947"/>
          <ac:spMkLst>
            <pc:docMk/>
            <pc:sldMk cId="0" sldId="267"/>
            <ac:spMk id="27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8:07:02.904" v="563" actId="164"/>
          <ac:spMkLst>
            <pc:docMk/>
            <pc:sldMk cId="0" sldId="267"/>
            <ac:spMk id="27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8:07:02.904" v="563" actId="164"/>
          <ac:spMkLst>
            <pc:docMk/>
            <pc:sldMk cId="0" sldId="267"/>
            <ac:spMk id="275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1:58.102" v="184" actId="947"/>
          <ac:spMkLst>
            <pc:docMk/>
            <pc:sldMk cId="0" sldId="267"/>
            <ac:spMk id="27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1:47.386" v="183" actId="947"/>
          <ac:spMkLst>
            <pc:docMk/>
            <pc:sldMk cId="0" sldId="267"/>
            <ac:spMk id="278" creationId="{00000000-0000-0000-0000-000000000000}"/>
          </ac:spMkLst>
        </pc:spChg>
        <pc:grpChg chg="mod">
          <ac:chgData name="Anushka Sawant" userId="9144e3bcf7f6423c" providerId="LiveId" clId="{D91AA5CE-C6F1-4D23-B200-0B3638A6A2F0}" dt="2025-11-09T17:00:11.111" v="171" actId="1076"/>
          <ac:grpSpMkLst>
            <pc:docMk/>
            <pc:sldMk cId="0" sldId="267"/>
            <ac:grpSpMk id="9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8:07:02.904" v="563" actId="164"/>
          <ac:grpSpMkLst>
            <pc:docMk/>
            <pc:sldMk cId="0" sldId="267"/>
            <ac:grpSpMk id="276" creationId="{00000000-0000-0000-0000-000000000000}"/>
          </ac:grpSpMkLst>
        </pc:grpChg>
        <pc:grpChg chg="add mod">
          <ac:chgData name="Anushka Sawant" userId="9144e3bcf7f6423c" providerId="LiveId" clId="{D91AA5CE-C6F1-4D23-B200-0B3638A6A2F0}" dt="2025-11-09T18:07:02.904" v="563" actId="164"/>
          <ac:grpSpMkLst>
            <pc:docMk/>
            <pc:sldMk cId="0" sldId="267"/>
            <ac:grpSpMk id="281" creationId="{3F56FDE7-5C7C-2C3E-4D7D-2C28A8DF824D}"/>
          </ac:grpSpMkLst>
        </pc:grpChg>
        <pc:picChg chg="mod">
          <ac:chgData name="Anushka Sawant" userId="9144e3bcf7f6423c" providerId="LiveId" clId="{D91AA5CE-C6F1-4D23-B200-0B3638A6A2F0}" dt="2025-11-09T18:07:02.904" v="563" actId="164"/>
          <ac:picMkLst>
            <pc:docMk/>
            <pc:sldMk cId="0" sldId="267"/>
            <ac:picMk id="279" creationId="{00000000-0000-0000-0000-000000000000}"/>
          </ac:picMkLst>
        </pc:picChg>
      </pc:sldChg>
      <pc:sldChg chg="addSp delSp modSp mod modAnim">
        <pc:chgData name="Anushka Sawant" userId="9144e3bcf7f6423c" providerId="LiveId" clId="{D91AA5CE-C6F1-4D23-B200-0B3638A6A2F0}" dt="2025-11-09T18:07:46.403" v="571"/>
        <pc:sldMkLst>
          <pc:docMk/>
          <pc:sldMk cId="0" sldId="268"/>
        </pc:sldMkLst>
        <pc:spChg chg="mod">
          <ac:chgData name="Anushka Sawant" userId="9144e3bcf7f6423c" providerId="LiveId" clId="{D91AA5CE-C6F1-4D23-B200-0B3638A6A2F0}" dt="2025-11-09T17:42:04.935" v="462" actId="164"/>
          <ac:spMkLst>
            <pc:docMk/>
            <pc:sldMk cId="0" sldId="268"/>
            <ac:spMk id="5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34:19.751" v="401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34:25.725" v="402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34:32.859" v="403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5:19.931" v="234" actId="14100"/>
          <ac:spMkLst>
            <pc:docMk/>
            <pc:sldMk cId="0" sldId="268"/>
            <ac:spMk id="2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5:36.409" v="237" actId="107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5:56.325" v="239" actId="947"/>
          <ac:spMkLst>
            <pc:docMk/>
            <pc:sldMk cId="0" sldId="268"/>
            <ac:spMk id="2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1:11.689" v="223" actId="947"/>
          <ac:spMkLst>
            <pc:docMk/>
            <pc:sldMk cId="0" sldId="268"/>
            <ac:spMk id="3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0:47.969" v="221" actId="947"/>
          <ac:spMkLst>
            <pc:docMk/>
            <pc:sldMk cId="0" sldId="268"/>
            <ac:spMk id="3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1:01.144" v="222" actId="255"/>
          <ac:spMkLst>
            <pc:docMk/>
            <pc:sldMk cId="0" sldId="268"/>
            <ac:spMk id="3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08:16.501" v="213" actId="14100"/>
          <ac:spMkLst>
            <pc:docMk/>
            <pc:sldMk cId="0" sldId="268"/>
            <ac:spMk id="38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0:00.001" v="217" actId="1076"/>
          <ac:spMkLst>
            <pc:docMk/>
            <pc:sldMk cId="0" sldId="268"/>
            <ac:spMk id="3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3:19.029" v="299" actId="1076"/>
          <ac:spMkLst>
            <pc:docMk/>
            <pc:sldMk cId="0" sldId="268"/>
            <ac:spMk id="4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3:13.366" v="298" actId="1076"/>
          <ac:spMkLst>
            <pc:docMk/>
            <pc:sldMk cId="0" sldId="268"/>
            <ac:spMk id="4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3:05.975" v="297" actId="1076"/>
          <ac:spMkLst>
            <pc:docMk/>
            <pc:sldMk cId="0" sldId="268"/>
            <ac:spMk id="4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5:03.776" v="309" actId="947"/>
          <ac:spMkLst>
            <pc:docMk/>
            <pc:sldMk cId="0" sldId="268"/>
            <ac:spMk id="5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4:54.627" v="308" actId="947"/>
          <ac:spMkLst>
            <pc:docMk/>
            <pc:sldMk cId="0" sldId="268"/>
            <ac:spMk id="5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5:19.131" v="310" actId="947"/>
          <ac:spMkLst>
            <pc:docMk/>
            <pc:sldMk cId="0" sldId="268"/>
            <ac:spMk id="5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6:39.956" v="244" actId="947"/>
          <ac:spMkLst>
            <pc:docMk/>
            <pc:sldMk cId="0" sldId="268"/>
            <ac:spMk id="54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17:24.280" v="250" actId="1076"/>
          <ac:spMkLst>
            <pc:docMk/>
            <pc:sldMk cId="0" sldId="268"/>
            <ac:spMk id="55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7:01.928" v="319" actId="947"/>
          <ac:spMkLst>
            <pc:docMk/>
            <pc:sldMk cId="0" sldId="268"/>
            <ac:spMk id="5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5:29.046" v="311" actId="14100"/>
          <ac:spMkLst>
            <pc:docMk/>
            <pc:sldMk cId="0" sldId="268"/>
            <ac:spMk id="58" creationId="{00000000-0000-0000-0000-000000000000}"/>
          </ac:spMkLst>
        </pc:spChg>
        <pc:spChg chg="del">
          <ac:chgData name="Anushka Sawant" userId="9144e3bcf7f6423c" providerId="LiveId" clId="{D91AA5CE-C6F1-4D23-B200-0B3638A6A2F0}" dt="2025-11-09T17:34:47.973" v="404" actId="478"/>
          <ac:spMkLst>
            <pc:docMk/>
            <pc:sldMk cId="0" sldId="268"/>
            <ac:spMk id="61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5:37.423" v="312" actId="1076"/>
          <ac:spMkLst>
            <pc:docMk/>
            <pc:sldMk cId="0" sldId="268"/>
            <ac:spMk id="65" creationId="{00000000-0000-0000-0000-000000000000}"/>
          </ac:spMkLst>
        </pc:spChg>
        <pc:spChg chg="del mod">
          <ac:chgData name="Anushka Sawant" userId="9144e3bcf7f6423c" providerId="LiveId" clId="{D91AA5CE-C6F1-4D23-B200-0B3638A6A2F0}" dt="2025-11-09T17:21:03.237" v="288" actId="478"/>
          <ac:spMkLst>
            <pc:docMk/>
            <pc:sldMk cId="0" sldId="268"/>
            <ac:spMk id="8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84" creationId="{F26ACEE9-8D87-4550-F808-F34779CF117E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85" creationId="{6E0FB28C-E88E-1CFB-397E-67765EF8D4E5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86" creationId="{51EF0696-D3C2-2D1C-AFE4-B5612BED4877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87" creationId="{57CD33AC-6622-7F8D-29EC-88E97D64D014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88" creationId="{B8F7EF19-CB80-2253-E524-EB8FAAFD6A56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89" creationId="{EC316500-AE38-8BA1-BEC6-7617315774B8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90" creationId="{58250D6F-8968-185D-4DA0-73011B7324AB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91" creationId="{36E249EA-5D81-9C7D-1884-BA410882C957}"/>
          </ac:spMkLst>
        </pc:spChg>
        <pc:spChg chg="mod">
          <ac:chgData name="Anushka Sawant" userId="9144e3bcf7f6423c" providerId="LiveId" clId="{D91AA5CE-C6F1-4D23-B200-0B3638A6A2F0}" dt="2025-11-09T17:24:07.911" v="304"/>
          <ac:spMkLst>
            <pc:docMk/>
            <pc:sldMk cId="0" sldId="268"/>
            <ac:spMk id="92" creationId="{71429A45-F68F-F699-C047-9AC09A1DB1D9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95" creationId="{C1C65192-FA60-5329-D355-8190AE1A9FD1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96" creationId="{07370338-3F8C-CC75-6E8B-CBA056AC12E6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97" creationId="{9257EAFE-E6DB-21D0-D8FA-3849A68B9510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98" creationId="{48C83670-DC1A-AF2E-2410-E04A6163A8E5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99" creationId="{3D2DC2AD-7267-F634-511D-CFAB70BE2963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100" creationId="{3D9CB684-63B8-87EF-1D72-70CBE0B1AEA8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101" creationId="{9E382B81-38BD-FB3D-939E-04969C90D28E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102" creationId="{5C79F649-35C0-DEEB-D0DB-6072923FBD43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103" creationId="{3B4F773F-9A69-2E80-A554-DD7B3D106EDB}"/>
          </ac:spMkLst>
        </pc:spChg>
        <pc:spChg chg="add mod">
          <ac:chgData name="Anushka Sawant" userId="9144e3bcf7f6423c" providerId="LiveId" clId="{D91AA5CE-C6F1-4D23-B200-0B3638A6A2F0}" dt="2025-11-09T17:33:53.005" v="398" actId="164"/>
          <ac:spMkLst>
            <pc:docMk/>
            <pc:sldMk cId="0" sldId="268"/>
            <ac:spMk id="105" creationId="{36599D22-DF9E-4DC5-D343-2361FD2C9634}"/>
          </ac:spMkLst>
        </pc:spChg>
        <pc:spChg chg="add mod">
          <ac:chgData name="Anushka Sawant" userId="9144e3bcf7f6423c" providerId="LiveId" clId="{D91AA5CE-C6F1-4D23-B200-0B3638A6A2F0}" dt="2025-11-09T17:38:57.405" v="436" actId="1076"/>
          <ac:spMkLst>
            <pc:docMk/>
            <pc:sldMk cId="0" sldId="268"/>
            <ac:spMk id="107" creationId="{2F59F41A-443F-5164-D7D7-C70EB273789B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08" creationId="{135E7CC7-D130-91CA-5F21-1C5A64975970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09" creationId="{45DBFD6E-7CAF-98EB-2368-E4C27BE6D7D0}"/>
          </ac:spMkLst>
        </pc:spChg>
        <pc:spChg chg="add mod">
          <ac:chgData name="Anushka Sawant" userId="9144e3bcf7f6423c" providerId="LiveId" clId="{D91AA5CE-C6F1-4D23-B200-0B3638A6A2F0}" dt="2025-11-09T17:37:26.985" v="422"/>
          <ac:spMkLst>
            <pc:docMk/>
            <pc:sldMk cId="0" sldId="268"/>
            <ac:spMk id="110" creationId="{5FFCF684-5ED9-D02F-0064-535A022558AA}"/>
          </ac:spMkLst>
        </pc:spChg>
        <pc:spChg chg="add mod">
          <ac:chgData name="Anushka Sawant" userId="9144e3bcf7f6423c" providerId="LiveId" clId="{D91AA5CE-C6F1-4D23-B200-0B3638A6A2F0}" dt="2025-11-09T17:37:33.495" v="423"/>
          <ac:spMkLst>
            <pc:docMk/>
            <pc:sldMk cId="0" sldId="268"/>
            <ac:spMk id="111" creationId="{78DF676C-0F57-AA8E-B52B-2AA5A5D2349C}"/>
          </ac:spMkLst>
        </pc:spChg>
        <pc:spChg chg="add mod">
          <ac:chgData name="Anushka Sawant" userId="9144e3bcf7f6423c" providerId="LiveId" clId="{D91AA5CE-C6F1-4D23-B200-0B3638A6A2F0}" dt="2025-11-09T17:37:54.184" v="425"/>
          <ac:spMkLst>
            <pc:docMk/>
            <pc:sldMk cId="0" sldId="268"/>
            <ac:spMk id="112" creationId="{23A38E4E-24C2-48F0-60B2-23C32A0B42A1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13" creationId="{E6E263C6-D8BD-6471-3F72-4E4202EE5F72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14" creationId="{944FE4DC-19C9-3364-5BFE-46C26CDD807D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15" creationId="{54299D94-A39D-8499-289F-D85B3C24DCBB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16" creationId="{B18F1C5A-B0D8-3ED3-9B09-448131BE47B8}"/>
          </ac:spMkLst>
        </pc:spChg>
        <pc:spChg chg="add mod">
          <ac:chgData name="Anushka Sawant" userId="9144e3bcf7f6423c" providerId="LiveId" clId="{D91AA5CE-C6F1-4D23-B200-0B3638A6A2F0}" dt="2025-11-09T17:39:46.670" v="444" actId="20577"/>
          <ac:spMkLst>
            <pc:docMk/>
            <pc:sldMk cId="0" sldId="268"/>
            <ac:spMk id="117" creationId="{0404DCB3-DCAF-76A9-67C8-BD365A8154CF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18" creationId="{B383BE63-AFC5-0640-1A42-57933ED25B31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19" creationId="{8BE8EAD4-73E5-D2B4-7A71-B982DB673028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20" creationId="{ABAF6F57-84BD-CFBF-1354-1F102F191819}"/>
          </ac:spMkLst>
        </pc:spChg>
        <pc:spChg chg="add mod">
          <ac:chgData name="Anushka Sawant" userId="9144e3bcf7f6423c" providerId="LiveId" clId="{D91AA5CE-C6F1-4D23-B200-0B3638A6A2F0}" dt="2025-11-09T17:41:18.889" v="457" actId="164"/>
          <ac:spMkLst>
            <pc:docMk/>
            <pc:sldMk cId="0" sldId="268"/>
            <ac:spMk id="121" creationId="{54035453-9149-758E-E4B4-13481D842905}"/>
          </ac:spMkLst>
        </pc:spChg>
        <pc:grpChg chg="mod">
          <ac:chgData name="Anushka Sawant" userId="9144e3bcf7f6423c" providerId="LiveId" clId="{D91AA5CE-C6F1-4D23-B200-0B3638A6A2F0}" dt="2025-11-09T17:42:04.935" v="462" actId="164"/>
          <ac:grpSpMkLst>
            <pc:docMk/>
            <pc:sldMk cId="0" sldId="268"/>
            <ac:grpSpMk id="6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7:42:47.241" v="474" actId="1076"/>
          <ac:grpSpMkLst>
            <pc:docMk/>
            <pc:sldMk cId="0" sldId="268"/>
            <ac:grpSpMk id="30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7:42:44.017" v="471" actId="1076"/>
          <ac:grpSpMkLst>
            <pc:docMk/>
            <pc:sldMk cId="0" sldId="268"/>
            <ac:grpSpMk id="40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7:17:19.537" v="249" actId="1076"/>
          <ac:grpSpMkLst>
            <pc:docMk/>
            <pc:sldMk cId="0" sldId="268"/>
            <ac:grpSpMk id="53" creationId="{00000000-0000-0000-0000-000000000000}"/>
          </ac:grpSpMkLst>
        </pc:grpChg>
        <pc:grpChg chg="del mod">
          <ac:chgData name="Anushka Sawant" userId="9144e3bcf7f6423c" providerId="LiveId" clId="{D91AA5CE-C6F1-4D23-B200-0B3638A6A2F0}" dt="2025-11-09T17:34:52.954" v="405" actId="478"/>
          <ac:grpSpMkLst>
            <pc:docMk/>
            <pc:sldMk cId="0" sldId="268"/>
            <ac:grpSpMk id="59" creationId="{00000000-0000-0000-0000-000000000000}"/>
          </ac:grpSpMkLst>
        </pc:grpChg>
        <pc:grpChg chg="del mod">
          <ac:chgData name="Anushka Sawant" userId="9144e3bcf7f6423c" providerId="LiveId" clId="{D91AA5CE-C6F1-4D23-B200-0B3638A6A2F0}" dt="2025-11-09T17:23:54.808" v="303" actId="478"/>
          <ac:grpSpMkLst>
            <pc:docMk/>
            <pc:sldMk cId="0" sldId="268"/>
            <ac:grpSpMk id="72" creationId="{00000000-0000-0000-0000-000000000000}"/>
          </ac:grpSpMkLst>
        </pc:grpChg>
        <pc:grpChg chg="add del mod">
          <ac:chgData name="Anushka Sawant" userId="9144e3bcf7f6423c" providerId="LiveId" clId="{D91AA5CE-C6F1-4D23-B200-0B3638A6A2F0}" dt="2025-11-09T17:24:43.998" v="307" actId="478"/>
          <ac:grpSpMkLst>
            <pc:docMk/>
            <pc:sldMk cId="0" sldId="268"/>
            <ac:grpSpMk id="83" creationId="{B1F76311-AF15-7099-7A8E-5E92D5C63975}"/>
          </ac:grpSpMkLst>
        </pc:grpChg>
        <pc:grpChg chg="mod">
          <ac:chgData name="Anushka Sawant" userId="9144e3bcf7f6423c" providerId="LiveId" clId="{D91AA5CE-C6F1-4D23-B200-0B3638A6A2F0}" dt="2025-11-09T17:42:44.823" v="472" actId="1076"/>
          <ac:grpSpMkLst>
            <pc:docMk/>
            <pc:sldMk cId="0" sldId="268"/>
            <ac:grpSpMk id="106" creationId="{050A6121-7BF8-2EEE-CF15-417DE6667D36}"/>
          </ac:grpSpMkLst>
        </pc:grpChg>
        <pc:grpChg chg="mod">
          <ac:chgData name="Anushka Sawant" userId="9144e3bcf7f6423c" providerId="LiveId" clId="{D91AA5CE-C6F1-4D23-B200-0B3638A6A2F0}" dt="2025-11-09T17:42:43.288" v="470" actId="1076"/>
          <ac:grpSpMkLst>
            <pc:docMk/>
            <pc:sldMk cId="0" sldId="268"/>
            <ac:grpSpMk id="122" creationId="{0AE38F0E-7B08-5E39-8777-3EF58FC4E4C3}"/>
          </ac:grpSpMkLst>
        </pc:grpChg>
        <pc:grpChg chg="add mod">
          <ac:chgData name="Anushka Sawant" userId="9144e3bcf7f6423c" providerId="LiveId" clId="{D91AA5CE-C6F1-4D23-B200-0B3638A6A2F0}" dt="2025-11-09T17:42:45.807" v="473" actId="1076"/>
          <ac:grpSpMkLst>
            <pc:docMk/>
            <pc:sldMk cId="0" sldId="268"/>
            <ac:grpSpMk id="123" creationId="{9DDAB024-4BE0-1E22-D5FA-941BB9BD6BEA}"/>
          </ac:grpSpMkLst>
        </pc:grpChg>
        <pc:cxnChg chg="add del">
          <ac:chgData name="Anushka Sawant" userId="9144e3bcf7f6423c" providerId="LiveId" clId="{D91AA5CE-C6F1-4D23-B200-0B3638A6A2F0}" dt="2025-11-09T17:27:46.259" v="321" actId="478"/>
          <ac:cxnSpMkLst>
            <pc:docMk/>
            <pc:sldMk cId="0" sldId="268"/>
            <ac:cxnSpMk id="94" creationId="{F3983BE4-C692-2ED5-D3CA-D5F9C9098A73}"/>
          </ac:cxnSpMkLst>
        </pc:cxnChg>
      </pc:sldChg>
      <pc:sldChg chg="addSp delSp modSp mod modAnim">
        <pc:chgData name="Anushka Sawant" userId="9144e3bcf7f6423c" providerId="LiveId" clId="{D91AA5CE-C6F1-4D23-B200-0B3638A6A2F0}" dt="2025-11-09T18:10:40.172" v="581"/>
        <pc:sldMkLst>
          <pc:docMk/>
          <pc:sldMk cId="0" sldId="269"/>
        </pc:sldMkLst>
        <pc:spChg chg="del">
          <ac:chgData name="Anushka Sawant" userId="9144e3bcf7f6423c" providerId="LiveId" clId="{D91AA5CE-C6F1-4D23-B200-0B3638A6A2F0}" dt="2025-11-09T17:35:21.727" v="406" actId="478"/>
          <ac:spMkLst>
            <pc:docMk/>
            <pc:sldMk cId="0" sldId="269"/>
            <ac:spMk id="12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8:10:08.377" v="577" actId="1076"/>
          <ac:spMkLst>
            <pc:docMk/>
            <pc:sldMk cId="0" sldId="269"/>
            <ac:spMk id="13" creationId="{00000000-0000-0000-0000-000000000000}"/>
          </ac:spMkLst>
        </pc:spChg>
        <pc:spChg chg="del">
          <ac:chgData name="Anushka Sawant" userId="9144e3bcf7f6423c" providerId="LiveId" clId="{D91AA5CE-C6F1-4D23-B200-0B3638A6A2F0}" dt="2025-11-09T17:35:23.844" v="407" actId="478"/>
          <ac:spMkLst>
            <pc:docMk/>
            <pc:sldMk cId="0" sldId="269"/>
            <ac:spMk id="16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8:10:03.993" v="576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8:10:16.166" v="578" actId="164"/>
          <ac:spMkLst>
            <pc:docMk/>
            <pc:sldMk cId="0" sldId="269"/>
            <ac:spMk id="19" creationId="{7FF5FFD5-6743-447E-1BAA-F22E1DAFAF60}"/>
          </ac:spMkLst>
        </pc:spChg>
        <pc:spChg chg="mod">
          <ac:chgData name="Anushka Sawant" userId="9144e3bcf7f6423c" providerId="LiveId" clId="{D91AA5CE-C6F1-4D23-B200-0B3638A6A2F0}" dt="2025-11-09T18:10:16.166" v="578" actId="164"/>
          <ac:spMkLst>
            <pc:docMk/>
            <pc:sldMk cId="0" sldId="269"/>
            <ac:spMk id="20" creationId="{D22E7EE7-B6E7-BB81-0565-D686BEAB871F}"/>
          </ac:spMkLst>
        </pc:spChg>
        <pc:spChg chg="mod">
          <ac:chgData name="Anushka Sawant" userId="9144e3bcf7f6423c" providerId="LiveId" clId="{D91AA5CE-C6F1-4D23-B200-0B3638A6A2F0}" dt="2025-11-09T18:10:25.254" v="579" actId="164"/>
          <ac:spMkLst>
            <pc:docMk/>
            <pc:sldMk cId="0" sldId="269"/>
            <ac:spMk id="21" creationId="{6D13C431-CCAB-6362-679E-80A54B54A588}"/>
          </ac:spMkLst>
        </pc:spChg>
        <pc:spChg chg="mod">
          <ac:chgData name="Anushka Sawant" userId="9144e3bcf7f6423c" providerId="LiveId" clId="{D91AA5CE-C6F1-4D23-B200-0B3638A6A2F0}" dt="2025-11-09T18:10:25.254" v="579" actId="164"/>
          <ac:spMkLst>
            <pc:docMk/>
            <pc:sldMk cId="0" sldId="269"/>
            <ac:spMk id="22" creationId="{75B39BAC-B732-8C30-89E3-5132C19AF39D}"/>
          </ac:spMkLst>
        </pc:spChg>
        <pc:grpChg chg="mod">
          <ac:chgData name="Anushka Sawant" userId="9144e3bcf7f6423c" providerId="LiveId" clId="{D91AA5CE-C6F1-4D23-B200-0B3638A6A2F0}" dt="2025-11-09T18:10:16.166" v="578" actId="164"/>
          <ac:grpSpMkLst>
            <pc:docMk/>
            <pc:sldMk cId="0" sldId="269"/>
            <ac:grpSpMk id="2" creationId="{00000000-0000-0000-0000-000000000000}"/>
          </ac:grpSpMkLst>
        </pc:grpChg>
        <pc:grpChg chg="mod">
          <ac:chgData name="Anushka Sawant" userId="9144e3bcf7f6423c" providerId="LiveId" clId="{D91AA5CE-C6F1-4D23-B200-0B3638A6A2F0}" dt="2025-11-09T18:10:25.254" v="579" actId="164"/>
          <ac:grpSpMkLst>
            <pc:docMk/>
            <pc:sldMk cId="0" sldId="269"/>
            <ac:grpSpMk id="6" creationId="{00000000-0000-0000-0000-000000000000}"/>
          </ac:grpSpMkLst>
        </pc:grpChg>
        <pc:grpChg chg="add mod">
          <ac:chgData name="Anushka Sawant" userId="9144e3bcf7f6423c" providerId="LiveId" clId="{D91AA5CE-C6F1-4D23-B200-0B3638A6A2F0}" dt="2025-11-09T18:10:16.166" v="578" actId="164"/>
          <ac:grpSpMkLst>
            <pc:docMk/>
            <pc:sldMk cId="0" sldId="269"/>
            <ac:grpSpMk id="25" creationId="{2DDA9BC1-C4DB-1408-32A0-2957032DF12E}"/>
          </ac:grpSpMkLst>
        </pc:grpChg>
        <pc:grpChg chg="add mod">
          <ac:chgData name="Anushka Sawant" userId="9144e3bcf7f6423c" providerId="LiveId" clId="{D91AA5CE-C6F1-4D23-B200-0B3638A6A2F0}" dt="2025-11-09T18:10:25.254" v="579" actId="164"/>
          <ac:grpSpMkLst>
            <pc:docMk/>
            <pc:sldMk cId="0" sldId="269"/>
            <ac:grpSpMk id="26" creationId="{B08071A8-5A9E-0900-02A9-FE3C53481701}"/>
          </ac:grpSpMkLst>
        </pc:grpChg>
      </pc:sldChg>
      <pc:sldChg chg="delSp mod">
        <pc:chgData name="Anushka Sawant" userId="9144e3bcf7f6423c" providerId="LiveId" clId="{D91AA5CE-C6F1-4D23-B200-0B3638A6A2F0}" dt="2025-11-09T17:35:51.228" v="413" actId="478"/>
        <pc:sldMkLst>
          <pc:docMk/>
          <pc:sldMk cId="0" sldId="270"/>
        </pc:sldMkLst>
        <pc:spChg chg="del">
          <ac:chgData name="Anushka Sawant" userId="9144e3bcf7f6423c" providerId="LiveId" clId="{D91AA5CE-C6F1-4D23-B200-0B3638A6A2F0}" dt="2025-11-09T17:35:47.982" v="412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Anushka Sawant" userId="9144e3bcf7f6423c" providerId="LiveId" clId="{D91AA5CE-C6F1-4D23-B200-0B3638A6A2F0}" dt="2025-11-09T17:35:51.228" v="413" actId="478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Anushka Sawant" userId="9144e3bcf7f6423c" providerId="LiveId" clId="{D91AA5CE-C6F1-4D23-B200-0B3638A6A2F0}" dt="2025-11-09T18:20:52.970" v="608" actId="1076"/>
        <pc:sldMkLst>
          <pc:docMk/>
          <pc:sldMk cId="0" sldId="273"/>
        </pc:sldMkLst>
        <pc:spChg chg="mod">
          <ac:chgData name="Anushka Sawant" userId="9144e3bcf7f6423c" providerId="LiveId" clId="{D91AA5CE-C6F1-4D23-B200-0B3638A6A2F0}" dt="2025-11-09T18:20:52.970" v="608" actId="1076"/>
          <ac:spMkLst>
            <pc:docMk/>
            <pc:sldMk cId="0" sldId="273"/>
            <ac:spMk id="10" creationId="{00000000-0000-0000-0000-000000000000}"/>
          </ac:spMkLst>
        </pc:spChg>
      </pc:sldChg>
      <pc:sldChg chg="modSp mod">
        <pc:chgData name="Anushka Sawant" userId="9144e3bcf7f6423c" providerId="LiveId" clId="{D91AA5CE-C6F1-4D23-B200-0B3638A6A2F0}" dt="2025-11-09T17:52:50.663" v="516" actId="14100"/>
        <pc:sldMkLst>
          <pc:docMk/>
          <pc:sldMk cId="0" sldId="291"/>
        </pc:sldMkLst>
        <pc:spChg chg="mod">
          <ac:chgData name="Anushka Sawant" userId="9144e3bcf7f6423c" providerId="LiveId" clId="{D91AA5CE-C6F1-4D23-B200-0B3638A6A2F0}" dt="2025-11-09T17:52:50.663" v="516" actId="14100"/>
          <ac:spMkLst>
            <pc:docMk/>
            <pc:sldMk cId="0" sldId="291"/>
            <ac:spMk id="3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51:18.621" v="507" actId="14100"/>
          <ac:spMkLst>
            <pc:docMk/>
            <pc:sldMk cId="0" sldId="291"/>
            <ac:spMk id="5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51:11.941" v="505" actId="14100"/>
          <ac:spMkLst>
            <pc:docMk/>
            <pc:sldMk cId="0" sldId="291"/>
            <ac:spMk id="9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51:59.815" v="512" actId="14100"/>
          <ac:spMkLst>
            <pc:docMk/>
            <pc:sldMk cId="0" sldId="291"/>
            <ac:spMk id="10" creationId="{00000000-0000-0000-0000-000000000000}"/>
          </ac:spMkLst>
        </pc:spChg>
        <pc:spChg chg="mod">
          <ac:chgData name="Anushka Sawant" userId="9144e3bcf7f6423c" providerId="LiveId" clId="{D91AA5CE-C6F1-4D23-B200-0B3638A6A2F0}" dt="2025-11-09T17:51:15.181" v="506" actId="14100"/>
          <ac:spMkLst>
            <pc:docMk/>
            <pc:sldMk cId="0" sldId="291"/>
            <ac:spMk id="11" creationId="{00000000-0000-0000-0000-000000000000}"/>
          </ac:spMkLst>
        </pc:spChg>
      </pc:sldChg>
      <pc:sldChg chg="delSp mod">
        <pc:chgData name="Anushka Sawant" userId="9144e3bcf7f6423c" providerId="LiveId" clId="{D91AA5CE-C6F1-4D23-B200-0B3638A6A2F0}" dt="2025-11-09T17:35:32.457" v="409" actId="478"/>
        <pc:sldMkLst>
          <pc:docMk/>
          <pc:sldMk cId="1414887464" sldId="322"/>
        </pc:sldMkLst>
        <pc:spChg chg="del">
          <ac:chgData name="Anushka Sawant" userId="9144e3bcf7f6423c" providerId="LiveId" clId="{D91AA5CE-C6F1-4D23-B200-0B3638A6A2F0}" dt="2025-11-09T17:35:30.366" v="408" actId="478"/>
          <ac:spMkLst>
            <pc:docMk/>
            <pc:sldMk cId="1414887464" sldId="322"/>
            <ac:spMk id="3" creationId="{AF2BBE6D-D331-5AFE-26D3-C8D788AF1FE0}"/>
          </ac:spMkLst>
        </pc:spChg>
        <pc:spChg chg="del">
          <ac:chgData name="Anushka Sawant" userId="9144e3bcf7f6423c" providerId="LiveId" clId="{D91AA5CE-C6F1-4D23-B200-0B3638A6A2F0}" dt="2025-11-09T17:35:32.457" v="409" actId="478"/>
          <ac:spMkLst>
            <pc:docMk/>
            <pc:sldMk cId="1414887464" sldId="322"/>
            <ac:spMk id="4" creationId="{89D11F29-6DF8-0F83-D716-AB3F816F3CFA}"/>
          </ac:spMkLst>
        </pc:spChg>
      </pc:sldChg>
      <pc:sldChg chg="delSp mod">
        <pc:chgData name="Anushka Sawant" userId="9144e3bcf7f6423c" providerId="LiveId" clId="{D91AA5CE-C6F1-4D23-B200-0B3638A6A2F0}" dt="2025-11-09T17:35:41.243" v="411" actId="478"/>
        <pc:sldMkLst>
          <pc:docMk/>
          <pc:sldMk cId="2255755322" sldId="323"/>
        </pc:sldMkLst>
        <pc:spChg chg="del">
          <ac:chgData name="Anushka Sawant" userId="9144e3bcf7f6423c" providerId="LiveId" clId="{D91AA5CE-C6F1-4D23-B200-0B3638A6A2F0}" dt="2025-11-09T17:35:39.201" v="410" actId="478"/>
          <ac:spMkLst>
            <pc:docMk/>
            <pc:sldMk cId="2255755322" sldId="323"/>
            <ac:spMk id="3" creationId="{2C816E03-DC40-9325-C087-6D8FD0722CE5}"/>
          </ac:spMkLst>
        </pc:spChg>
        <pc:spChg chg="del">
          <ac:chgData name="Anushka Sawant" userId="9144e3bcf7f6423c" providerId="LiveId" clId="{D91AA5CE-C6F1-4D23-B200-0B3638A6A2F0}" dt="2025-11-09T17:35:41.243" v="411" actId="478"/>
          <ac:spMkLst>
            <pc:docMk/>
            <pc:sldMk cId="2255755322" sldId="323"/>
            <ac:spMk id="4" creationId="{265AB1C1-D5EB-9069-CC5A-E76C0B14C77B}"/>
          </ac:spMkLst>
        </pc:spChg>
      </pc:sldChg>
      <pc:sldChg chg="add del modAnim">
        <pc:chgData name="Anushka Sawant" userId="9144e3bcf7f6423c" providerId="LiveId" clId="{D91AA5CE-C6F1-4D23-B200-0B3638A6A2F0}" dt="2025-11-09T18:03:40.165" v="543" actId="2696"/>
        <pc:sldMkLst>
          <pc:docMk/>
          <pc:sldMk cId="3262194258" sldId="325"/>
        </pc:sldMkLst>
      </pc:sldChg>
    </pc:docChg>
  </pc:docChgLst>
  <pc:docChgLst>
    <pc:chgData name="Guest User" providerId="Windows Live" clId="Web-{416CB668-8ACA-F3C0-6226-6899B010AA7C}"/>
    <pc:docChg chg="modSld">
      <pc:chgData name="Guest User" userId="" providerId="Windows Live" clId="Web-{416CB668-8ACA-F3C0-6226-6899B010AA7C}" dt="2025-11-09T17:07:43.236" v="11"/>
      <pc:docMkLst>
        <pc:docMk/>
      </pc:docMkLst>
      <pc:sldChg chg="addSp delSp modSp">
        <pc:chgData name="Guest User" userId="" providerId="Windows Live" clId="Web-{416CB668-8ACA-F3C0-6226-6899B010AA7C}" dt="2025-11-09T17:07:43.236" v="11"/>
        <pc:sldMkLst>
          <pc:docMk/>
          <pc:sldMk cId="0" sldId="270"/>
        </pc:sldMkLst>
        <pc:spChg chg="mod">
          <ac:chgData name="Guest User" userId="" providerId="Windows Live" clId="Web-{416CB668-8ACA-F3C0-6226-6899B010AA7C}" dt="2025-11-09T17:07:22.064" v="9" actId="14100"/>
          <ac:spMkLst>
            <pc:docMk/>
            <pc:sldMk cId="0" sldId="270"/>
            <ac:spMk id="5" creationId="{00000000-0000-0000-0000-000000000000}"/>
          </ac:spMkLst>
        </pc:spChg>
        <pc:spChg chg="mod">
          <ac:chgData name="Guest User" userId="" providerId="Windows Live" clId="Web-{416CB668-8ACA-F3C0-6226-6899B010AA7C}" dt="2025-11-09T17:06:48.220" v="8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Guest User" userId="" providerId="Windows Live" clId="Web-{416CB668-8ACA-F3C0-6226-6899B010AA7C}" dt="2025-11-09T17:06:47.079" v="7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Guest User" userId="" providerId="Windows Live" clId="Web-{416CB668-8ACA-F3C0-6226-6899B010AA7C}" dt="2025-11-09T17:05:53.782" v="0" actId="1076"/>
          <ac:spMkLst>
            <pc:docMk/>
            <pc:sldMk cId="0" sldId="270"/>
            <ac:spMk id="12" creationId="{00000000-0000-0000-0000-000000000000}"/>
          </ac:spMkLst>
        </pc:spChg>
        <pc:spChg chg="add del">
          <ac:chgData name="Guest User" userId="" providerId="Windows Live" clId="Web-{416CB668-8ACA-F3C0-6226-6899B010AA7C}" dt="2025-11-09T17:07:43.236" v="11"/>
          <ac:spMkLst>
            <pc:docMk/>
            <pc:sldMk cId="0" sldId="270"/>
            <ac:spMk id="23" creationId="{E27B3B0B-8436-8F8C-B59D-5956AA2081A4}"/>
          </ac:spMkLst>
        </pc:spChg>
      </pc:sldChg>
    </pc:docChg>
  </pc:docChgLst>
  <pc:docChgLst>
    <pc:chgData name="Guest User" providerId="Windows Live" clId="Web-{B359937E-2070-9289-BEDC-656984ACA620}"/>
    <pc:docChg chg="addSld delSld modSld sldOrd">
      <pc:chgData name="Guest User" userId="" providerId="Windows Live" clId="Web-{B359937E-2070-9289-BEDC-656984ACA620}" dt="2025-11-09T17:41:06.395" v="671" actId="1076"/>
      <pc:docMkLst>
        <pc:docMk/>
      </pc:docMkLst>
      <pc:sldChg chg="addSp modSp">
        <pc:chgData name="Guest User" userId="" providerId="Windows Live" clId="Web-{B359937E-2070-9289-BEDC-656984ACA620}" dt="2025-11-09T16:39:44.492" v="18" actId="1076"/>
        <pc:sldMkLst>
          <pc:docMk/>
          <pc:sldMk cId="0" sldId="256"/>
        </pc:sldMkLst>
        <pc:spChg chg="add mod">
          <ac:chgData name="Guest User" userId="" providerId="Windows Live" clId="Web-{B359937E-2070-9289-BEDC-656984ACA620}" dt="2025-11-09T16:39:44.492" v="18" actId="1076"/>
          <ac:spMkLst>
            <pc:docMk/>
            <pc:sldMk cId="0" sldId="256"/>
            <ac:spMk id="10" creationId="{D366D82E-05B4-D6CB-B32B-83CCA841E138}"/>
          </ac:spMkLst>
        </pc:spChg>
      </pc:sldChg>
      <pc:sldChg chg="modSp">
        <pc:chgData name="Guest User" userId="" providerId="Windows Live" clId="Web-{B359937E-2070-9289-BEDC-656984ACA620}" dt="2025-11-09T16:47:12.994" v="58" actId="20577"/>
        <pc:sldMkLst>
          <pc:docMk/>
          <pc:sldMk cId="0" sldId="258"/>
        </pc:sldMkLst>
        <pc:spChg chg="mod">
          <ac:chgData name="Guest User" userId="" providerId="Windows Live" clId="Web-{B359937E-2070-9289-BEDC-656984ACA620}" dt="2025-11-09T16:47:12.994" v="58" actId="20577"/>
          <ac:spMkLst>
            <pc:docMk/>
            <pc:sldMk cId="0" sldId="258"/>
            <ac:spMk id="8" creationId="{00000000-0000-0000-0000-000000000000}"/>
          </ac:spMkLst>
        </pc:spChg>
      </pc:sldChg>
      <pc:sldChg chg="addSp delSp modSp ord">
        <pc:chgData name="Guest User" userId="" providerId="Windows Live" clId="Web-{B359937E-2070-9289-BEDC-656984ACA620}" dt="2025-11-09T17:41:06.395" v="671" actId="1076"/>
        <pc:sldMkLst>
          <pc:docMk/>
          <pc:sldMk cId="0" sldId="273"/>
        </pc:sldMkLst>
        <pc:spChg chg="del mod">
          <ac:chgData name="Guest User" userId="" providerId="Windows Live" clId="Web-{B359937E-2070-9289-BEDC-656984ACA620}" dt="2025-11-09T17:33:15.774" v="631"/>
          <ac:spMkLst>
            <pc:docMk/>
            <pc:sldMk cId="0" sldId="273"/>
            <ac:spMk id="2" creationId="{00000000-0000-0000-0000-000000000000}"/>
          </ac:spMkLst>
        </pc:spChg>
        <pc:spChg chg="del mod">
          <ac:chgData name="Guest User" userId="" providerId="Windows Live" clId="Web-{B359937E-2070-9289-BEDC-656984ACA620}" dt="2025-11-09T17:27:30.900" v="502"/>
          <ac:spMkLst>
            <pc:docMk/>
            <pc:sldMk cId="0" sldId="273"/>
            <ac:spMk id="3" creationId="{00000000-0000-0000-0000-000000000000}"/>
          </ac:spMkLst>
        </pc:spChg>
        <pc:spChg chg="del mod">
          <ac:chgData name="Guest User" userId="" providerId="Windows Live" clId="Web-{B359937E-2070-9289-BEDC-656984ACA620}" dt="2025-11-09T17:29:28.635" v="554"/>
          <ac:spMkLst>
            <pc:docMk/>
            <pc:sldMk cId="0" sldId="273"/>
            <ac:spMk id="4" creationId="{00000000-0000-0000-0000-000000000000}"/>
          </ac:spMkLst>
        </pc:spChg>
        <pc:spChg chg="mod ord">
          <ac:chgData name="Guest User" userId="" providerId="Windows Live" clId="Web-{B359937E-2070-9289-BEDC-656984ACA620}" dt="2025-11-09T17:41:06.395" v="671" actId="1076"/>
          <ac:spMkLst>
            <pc:docMk/>
            <pc:sldMk cId="0" sldId="273"/>
            <ac:spMk id="5" creationId="{00000000-0000-0000-0000-000000000000}"/>
          </ac:spMkLst>
        </pc:spChg>
        <pc:spChg chg="del mod">
          <ac:chgData name="Guest User" userId="" providerId="Windows Live" clId="Web-{B359937E-2070-9289-BEDC-656984ACA620}" dt="2025-11-09T17:29:35.948" v="557"/>
          <ac:spMkLst>
            <pc:docMk/>
            <pc:sldMk cId="0" sldId="273"/>
            <ac:spMk id="6" creationId="{00000000-0000-0000-0000-000000000000}"/>
          </ac:spMkLst>
        </pc:spChg>
        <pc:spChg chg="mod">
          <ac:chgData name="Guest User" userId="" providerId="Windows Live" clId="Web-{B359937E-2070-9289-BEDC-656984ACA620}" dt="2025-11-09T17:34:16.733" v="638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Guest User" userId="" providerId="Windows Live" clId="Web-{B359937E-2070-9289-BEDC-656984ACA620}" dt="2025-11-09T17:34:16.733" v="639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Guest User" userId="" providerId="Windows Live" clId="Web-{B359937E-2070-9289-BEDC-656984ACA620}" dt="2025-11-09T17:34:16.749" v="640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Guest User" userId="" providerId="Windows Live" clId="Web-{B359937E-2070-9289-BEDC-656984ACA620}" dt="2025-11-09T17:34:16.764" v="641" actId="1076"/>
          <ac:spMkLst>
            <pc:docMk/>
            <pc:sldMk cId="0" sldId="273"/>
            <ac:spMk id="10" creationId="{00000000-0000-0000-0000-000000000000}"/>
          </ac:spMkLst>
        </pc:spChg>
        <pc:spChg chg="del mod">
          <ac:chgData name="Guest User" userId="" providerId="Windows Live" clId="Web-{B359937E-2070-9289-BEDC-656984ACA620}" dt="2025-11-09T17:36:17.774" v="662"/>
          <ac:spMkLst>
            <pc:docMk/>
            <pc:sldMk cId="0" sldId="273"/>
            <ac:spMk id="11" creationId="{00000000-0000-0000-0000-000000000000}"/>
          </ac:spMkLst>
        </pc:spChg>
        <pc:spChg chg="mod">
          <ac:chgData name="Guest User" userId="" providerId="Windows Live" clId="Web-{B359937E-2070-9289-BEDC-656984ACA620}" dt="2025-11-09T17:34:16.780" v="643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Guest User" userId="" providerId="Windows Live" clId="Web-{B359937E-2070-9289-BEDC-656984ACA620}" dt="2025-11-09T17:34:16.780" v="644" actId="1076"/>
          <ac:spMkLst>
            <pc:docMk/>
            <pc:sldMk cId="0" sldId="273"/>
            <ac:spMk id="13" creationId="{00000000-0000-0000-0000-000000000000}"/>
          </ac:spMkLst>
        </pc:spChg>
        <pc:spChg chg="add mod">
          <ac:chgData name="Guest User" userId="" providerId="Windows Live" clId="Web-{B359937E-2070-9289-BEDC-656984ACA620}" dt="2025-11-09T17:40:59.270" v="670" actId="14100"/>
          <ac:spMkLst>
            <pc:docMk/>
            <pc:sldMk cId="0" sldId="273"/>
            <ac:spMk id="15" creationId="{72414D00-11FB-FF18-7915-0D37EDFDCE1A}"/>
          </ac:spMkLst>
        </pc:spChg>
        <pc:spChg chg="add mod">
          <ac:chgData name="Guest User" userId="" providerId="Windows Live" clId="Web-{B359937E-2070-9289-BEDC-656984ACA620}" dt="2025-11-09T17:37:23.731" v="667" actId="20577"/>
          <ac:spMkLst>
            <pc:docMk/>
            <pc:sldMk cId="0" sldId="273"/>
            <ac:spMk id="16" creationId="{B4B5F1CD-D9FA-A59E-C3B1-ACD08C331161}"/>
          </ac:spMkLst>
        </pc:spChg>
        <pc:spChg chg="add mod ord">
          <ac:chgData name="Guest User" userId="" providerId="Windows Live" clId="Web-{B359937E-2070-9289-BEDC-656984ACA620}" dt="2025-11-09T17:37:35.685" v="668" actId="14100"/>
          <ac:spMkLst>
            <pc:docMk/>
            <pc:sldMk cId="0" sldId="273"/>
            <ac:spMk id="18" creationId="{C1FA1953-0263-ED53-830B-37C1A4F728AD}"/>
          </ac:spMkLst>
        </pc:spChg>
      </pc:sldChg>
      <pc:sldChg chg="addSp delSp modSp">
        <pc:chgData name="Guest User" userId="" providerId="Windows Live" clId="Web-{B359937E-2070-9289-BEDC-656984ACA620}" dt="2025-11-09T17:19:54.468" v="481" actId="14100"/>
        <pc:sldMkLst>
          <pc:docMk/>
          <pc:sldMk cId="0" sldId="286"/>
        </pc:sldMkLst>
        <pc:spChg chg="del">
          <ac:chgData name="Guest User" userId="" providerId="Windows Live" clId="Web-{B359937E-2070-9289-BEDC-656984ACA620}" dt="2025-11-09T16:45:46.352" v="37"/>
          <ac:spMkLst>
            <pc:docMk/>
            <pc:sldMk cId="0" sldId="286"/>
            <ac:spMk id="3" creationId="{00000000-0000-0000-0000-000000000000}"/>
          </ac:spMkLst>
        </pc:spChg>
        <pc:spChg chg="mod">
          <ac:chgData name="Guest User" userId="" providerId="Windows Live" clId="Web-{B359937E-2070-9289-BEDC-656984ACA620}" dt="2025-11-09T16:48:19.807" v="77" actId="14100"/>
          <ac:spMkLst>
            <pc:docMk/>
            <pc:sldMk cId="0" sldId="286"/>
            <ac:spMk id="6" creationId="{00000000-0000-0000-0000-000000000000}"/>
          </ac:spMkLst>
        </pc:spChg>
        <pc:spChg chg="mod">
          <ac:chgData name="Guest User" userId="" providerId="Windows Live" clId="Web-{B359937E-2070-9289-BEDC-656984ACA620}" dt="2025-11-09T16:46:16.852" v="48" actId="1076"/>
          <ac:spMkLst>
            <pc:docMk/>
            <pc:sldMk cId="0" sldId="286"/>
            <ac:spMk id="7" creationId="{00000000-0000-0000-0000-000000000000}"/>
          </ac:spMkLst>
        </pc:spChg>
        <pc:spChg chg="mod">
          <ac:chgData name="Guest User" userId="" providerId="Windows Live" clId="Web-{B359937E-2070-9289-BEDC-656984ACA620}" dt="2025-11-09T16:46:04.883" v="46" actId="1076"/>
          <ac:spMkLst>
            <pc:docMk/>
            <pc:sldMk cId="0" sldId="286"/>
            <ac:spMk id="8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36"/>
          <ac:spMkLst>
            <pc:docMk/>
            <pc:sldMk cId="0" sldId="286"/>
            <ac:spMk id="11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35"/>
          <ac:spMkLst>
            <pc:docMk/>
            <pc:sldMk cId="0" sldId="286"/>
            <ac:spMk id="12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34"/>
          <ac:spMkLst>
            <pc:docMk/>
            <pc:sldMk cId="0" sldId="286"/>
            <ac:spMk id="13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33"/>
          <ac:spMkLst>
            <pc:docMk/>
            <pc:sldMk cId="0" sldId="286"/>
            <ac:spMk id="14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32"/>
          <ac:spMkLst>
            <pc:docMk/>
            <pc:sldMk cId="0" sldId="286"/>
            <ac:spMk id="15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31"/>
          <ac:spMkLst>
            <pc:docMk/>
            <pc:sldMk cId="0" sldId="286"/>
            <ac:spMk id="16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30"/>
          <ac:spMkLst>
            <pc:docMk/>
            <pc:sldMk cId="0" sldId="286"/>
            <ac:spMk id="17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52" v="29"/>
          <ac:spMkLst>
            <pc:docMk/>
            <pc:sldMk cId="0" sldId="286"/>
            <ac:spMk id="18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36" v="28"/>
          <ac:spMkLst>
            <pc:docMk/>
            <pc:sldMk cId="0" sldId="286"/>
            <ac:spMk id="19" creationId="{00000000-0000-0000-0000-000000000000}"/>
          </ac:spMkLst>
        </pc:spChg>
        <pc:spChg chg="del">
          <ac:chgData name="Guest User" userId="" providerId="Windows Live" clId="Web-{B359937E-2070-9289-BEDC-656984ACA620}" dt="2025-11-09T16:45:46.336" v="27"/>
          <ac:spMkLst>
            <pc:docMk/>
            <pc:sldMk cId="0" sldId="286"/>
            <ac:spMk id="20" creationId="{00000000-0000-0000-0000-000000000000}"/>
          </ac:spMkLst>
        </pc:spChg>
        <pc:spChg chg="add mod">
          <ac:chgData name="Guest User" userId="" providerId="Windows Live" clId="Web-{B359937E-2070-9289-BEDC-656984ACA620}" dt="2025-11-09T16:52:09.476" v="113" actId="20577"/>
          <ac:spMkLst>
            <pc:docMk/>
            <pc:sldMk cId="0" sldId="286"/>
            <ac:spMk id="21" creationId="{4EF1FAD1-A61B-75CD-CD95-911EE52E1C6A}"/>
          </ac:spMkLst>
        </pc:spChg>
        <pc:spChg chg="add mod">
          <ac:chgData name="Guest User" userId="" providerId="Windows Live" clId="Web-{B359937E-2070-9289-BEDC-656984ACA620}" dt="2025-11-09T17:09:53.275" v="236" actId="1076"/>
          <ac:spMkLst>
            <pc:docMk/>
            <pc:sldMk cId="0" sldId="286"/>
            <ac:spMk id="22" creationId="{A9F23E2F-2EEE-40D1-CB00-84F3DB82E67A}"/>
          </ac:spMkLst>
        </pc:spChg>
        <pc:spChg chg="add mod">
          <ac:chgData name="Guest User" userId="" providerId="Windows Live" clId="Web-{B359937E-2070-9289-BEDC-656984ACA620}" dt="2025-11-09T17:14:00.468" v="359" actId="20577"/>
          <ac:spMkLst>
            <pc:docMk/>
            <pc:sldMk cId="0" sldId="286"/>
            <ac:spMk id="23" creationId="{0EAE9232-CC86-BD99-9F9A-0C65A6D9AB85}"/>
          </ac:spMkLst>
        </pc:spChg>
        <pc:spChg chg="add mod">
          <ac:chgData name="Guest User" userId="" providerId="Windows Live" clId="Web-{B359937E-2070-9289-BEDC-656984ACA620}" dt="2025-11-09T17:19:54.468" v="481" actId="14100"/>
          <ac:spMkLst>
            <pc:docMk/>
            <pc:sldMk cId="0" sldId="286"/>
            <ac:spMk id="25" creationId="{8E033058-6A42-0AA4-951C-A1E9E066B78D}"/>
          </ac:spMkLst>
        </pc:spChg>
        <pc:grpChg chg="del">
          <ac:chgData name="Guest User" userId="" providerId="Windows Live" clId="Web-{B359937E-2070-9289-BEDC-656984ACA620}" dt="2025-11-09T16:45:09.554" v="19"/>
          <ac:grpSpMkLst>
            <pc:docMk/>
            <pc:sldMk cId="0" sldId="286"/>
            <ac:grpSpMk id="9" creationId="{00000000-0000-0000-0000-000000000000}"/>
          </ac:grpSpMkLst>
        </pc:grpChg>
      </pc:sldChg>
      <pc:sldChg chg="delSp modSp">
        <pc:chgData name="Guest User" userId="" providerId="Windows Live" clId="Web-{B359937E-2070-9289-BEDC-656984ACA620}" dt="2025-11-09T17:22:07.456" v="493"/>
        <pc:sldMkLst>
          <pc:docMk/>
          <pc:sldMk cId="0" sldId="289"/>
        </pc:sldMkLst>
        <pc:spChg chg="del mod">
          <ac:chgData name="Guest User" userId="" providerId="Windows Live" clId="Web-{B359937E-2070-9289-BEDC-656984ACA620}" dt="2025-11-09T17:22:07.456" v="493"/>
          <ac:spMkLst>
            <pc:docMk/>
            <pc:sldMk cId="0" sldId="289"/>
            <ac:spMk id="18" creationId="{00000000-0000-0000-0000-000000000000}"/>
          </ac:spMkLst>
        </pc:spChg>
      </pc:sldChg>
      <pc:sldChg chg="addSp delSp modSp add replId">
        <pc:chgData name="Guest User" userId="" providerId="Windows Live" clId="Web-{B359937E-2070-9289-BEDC-656984ACA620}" dt="2025-11-09T17:24:52.054" v="496" actId="20577"/>
        <pc:sldMkLst>
          <pc:docMk/>
          <pc:sldMk cId="2117641904" sldId="318"/>
        </pc:sldMkLst>
        <pc:spChg chg="add mod">
          <ac:chgData name="Guest User" userId="" providerId="Windows Live" clId="Web-{B359937E-2070-9289-BEDC-656984ACA620}" dt="2025-11-09T16:52:25.664" v="115" actId="20577"/>
          <ac:spMkLst>
            <pc:docMk/>
            <pc:sldMk cId="2117641904" sldId="318"/>
            <ac:spMk id="3" creationId="{94C89077-5A90-527B-47B9-4178705EF669}"/>
          </ac:spMkLst>
        </pc:spChg>
        <pc:spChg chg="mod">
          <ac:chgData name="Guest User" userId="" providerId="Windows Live" clId="Web-{B359937E-2070-9289-BEDC-656984ACA620}" dt="2025-11-09T16:53:12.479" v="144" actId="14100"/>
          <ac:spMkLst>
            <pc:docMk/>
            <pc:sldMk cId="2117641904" sldId="318"/>
            <ac:spMk id="6" creationId="{D45E2792-6909-739F-CA55-93D127560806}"/>
          </ac:spMkLst>
        </pc:spChg>
        <pc:spChg chg="mod">
          <ac:chgData name="Guest User" userId="" providerId="Windows Live" clId="Web-{B359937E-2070-9289-BEDC-656984ACA620}" dt="2025-11-09T16:52:55.103" v="142" actId="1076"/>
          <ac:spMkLst>
            <pc:docMk/>
            <pc:sldMk cId="2117641904" sldId="318"/>
            <ac:spMk id="7" creationId="{3D263853-759A-20C1-3825-297D2E444949}"/>
          </ac:spMkLst>
        </pc:spChg>
        <pc:spChg chg="mod">
          <ac:chgData name="Guest User" userId="" providerId="Windows Live" clId="Web-{B359937E-2070-9289-BEDC-656984ACA620}" dt="2025-11-09T16:52:44.884" v="140" actId="20577"/>
          <ac:spMkLst>
            <pc:docMk/>
            <pc:sldMk cId="2117641904" sldId="318"/>
            <ac:spMk id="8" creationId="{E88F4592-E42A-DA9C-53C1-EBFCAAD24BC5}"/>
          </ac:spMkLst>
        </pc:spChg>
        <pc:spChg chg="add mod">
          <ac:chgData name="Guest User" userId="" providerId="Windows Live" clId="Web-{B359937E-2070-9289-BEDC-656984ACA620}" dt="2025-11-09T16:55:46.655" v="188" actId="14100"/>
          <ac:spMkLst>
            <pc:docMk/>
            <pc:sldMk cId="2117641904" sldId="318"/>
            <ac:spMk id="10" creationId="{20D0404C-91E3-1056-8B80-D3CCAECB9E88}"/>
          </ac:spMkLst>
        </pc:spChg>
        <pc:spChg chg="add mod">
          <ac:chgData name="Guest User" userId="" providerId="Windows Live" clId="Web-{B359937E-2070-9289-BEDC-656984ACA620}" dt="2025-11-09T17:17:32.275" v="439" actId="14100"/>
          <ac:spMkLst>
            <pc:docMk/>
            <pc:sldMk cId="2117641904" sldId="318"/>
            <ac:spMk id="12" creationId="{70A071E1-FC3A-D6F0-CB75-5659D54F03F7}"/>
          </ac:spMkLst>
        </pc:spChg>
        <pc:spChg chg="add del">
          <ac:chgData name="Guest User" userId="" providerId="Windows Live" clId="Web-{B359937E-2070-9289-BEDC-656984ACA620}" dt="2025-11-09T17:14:52.907" v="361"/>
          <ac:spMkLst>
            <pc:docMk/>
            <pc:sldMk cId="2117641904" sldId="318"/>
            <ac:spMk id="14" creationId="{B98269B6-F658-9A32-2271-D1CEA3C1E1CC}"/>
          </ac:spMkLst>
        </pc:spChg>
        <pc:spChg chg="add mod">
          <ac:chgData name="Guest User" userId="" providerId="Windows Live" clId="Web-{B359937E-2070-9289-BEDC-656984ACA620}" dt="2025-11-09T17:24:52.054" v="496" actId="20577"/>
          <ac:spMkLst>
            <pc:docMk/>
            <pc:sldMk cId="2117641904" sldId="318"/>
            <ac:spMk id="16" creationId="{E47E3C49-E9DD-8EB0-67C2-6352503B057D}"/>
          </ac:spMkLst>
        </pc:spChg>
        <pc:spChg chg="del mod">
          <ac:chgData name="Guest User" userId="" providerId="Windows Live" clId="Web-{B359937E-2070-9289-BEDC-656984ACA620}" dt="2025-11-09T16:49:40.904" v="84"/>
          <ac:spMkLst>
            <pc:docMk/>
            <pc:sldMk cId="2117641904" sldId="318"/>
            <ac:spMk id="21" creationId="{168AEBEF-8356-B975-6E22-6D3714DEF18F}"/>
          </ac:spMkLst>
        </pc:spChg>
      </pc:sldChg>
      <pc:sldChg chg="addSp delSp modSp add replId">
        <pc:chgData name="Guest User" userId="" providerId="Windows Live" clId="Web-{B359937E-2070-9289-BEDC-656984ACA620}" dt="2025-11-09T17:20:15.281" v="485" actId="1076"/>
        <pc:sldMkLst>
          <pc:docMk/>
          <pc:sldMk cId="1996761188" sldId="319"/>
        </pc:sldMkLst>
        <pc:spChg chg="add mod">
          <ac:chgData name="Guest User" userId="" providerId="Windows Live" clId="Web-{B359937E-2070-9289-BEDC-656984ACA620}" dt="2025-11-09T16:55:17.764" v="185" actId="20577"/>
          <ac:spMkLst>
            <pc:docMk/>
            <pc:sldMk cId="1996761188" sldId="319"/>
            <ac:spMk id="3" creationId="{AE63516C-CFF2-981D-2771-80F32BB3CA8E}"/>
          </ac:spMkLst>
        </pc:spChg>
        <pc:spChg chg="mod">
          <ac:chgData name="Guest User" userId="" providerId="Windows Live" clId="Web-{B359937E-2070-9289-BEDC-656984ACA620}" dt="2025-11-09T16:55:02.264" v="181" actId="14100"/>
          <ac:spMkLst>
            <pc:docMk/>
            <pc:sldMk cId="1996761188" sldId="319"/>
            <ac:spMk id="6" creationId="{148D57FD-3AFB-0B7D-3AF2-37E36AB71B5D}"/>
          </ac:spMkLst>
        </pc:spChg>
        <pc:spChg chg="mod">
          <ac:chgData name="Guest User" userId="" providerId="Windows Live" clId="Web-{B359937E-2070-9289-BEDC-656984ACA620}" dt="2025-11-09T16:54:44.951" v="177" actId="1076"/>
          <ac:spMkLst>
            <pc:docMk/>
            <pc:sldMk cId="1996761188" sldId="319"/>
            <ac:spMk id="7" creationId="{7AFFB6D1-4835-88A6-E241-A11316F635D1}"/>
          </ac:spMkLst>
        </pc:spChg>
        <pc:spChg chg="mod">
          <ac:chgData name="Guest User" userId="" providerId="Windows Live" clId="Web-{B359937E-2070-9289-BEDC-656984ACA620}" dt="2025-11-09T16:54:54.357" v="180" actId="1076"/>
          <ac:spMkLst>
            <pc:docMk/>
            <pc:sldMk cId="1996761188" sldId="319"/>
            <ac:spMk id="8" creationId="{C0B29CD6-327E-13D9-9290-BFD5EBED9EEA}"/>
          </ac:spMkLst>
        </pc:spChg>
        <pc:spChg chg="add mod">
          <ac:chgData name="Guest User" userId="" providerId="Windows Live" clId="Web-{B359937E-2070-9289-BEDC-656984ACA620}" dt="2025-11-09T16:56:19.547" v="194" actId="1076"/>
          <ac:spMkLst>
            <pc:docMk/>
            <pc:sldMk cId="1996761188" sldId="319"/>
            <ac:spMk id="10" creationId="{921F2F57-2AA9-86F3-2E15-5683E515D218}"/>
          </ac:spMkLst>
        </pc:spChg>
        <pc:spChg chg="add mod">
          <ac:chgData name="Guest User" userId="" providerId="Windows Live" clId="Web-{B359937E-2070-9289-BEDC-656984ACA620}" dt="2025-11-09T17:16:44.508" v="413" actId="14100"/>
          <ac:spMkLst>
            <pc:docMk/>
            <pc:sldMk cId="1996761188" sldId="319"/>
            <ac:spMk id="12" creationId="{6180FDA8-157A-9B8C-B650-73116B2C0924}"/>
          </ac:spMkLst>
        </pc:spChg>
        <pc:spChg chg="add mod">
          <ac:chgData name="Guest User" userId="" providerId="Windows Live" clId="Web-{B359937E-2070-9289-BEDC-656984ACA620}" dt="2025-11-09T17:16:34.429" v="411" actId="20577"/>
          <ac:spMkLst>
            <pc:docMk/>
            <pc:sldMk cId="1996761188" sldId="319"/>
            <ac:spMk id="14" creationId="{5DEC1DE7-82EE-8919-7936-FFAD7D4E26E4}"/>
          </ac:spMkLst>
        </pc:spChg>
        <pc:spChg chg="add mod">
          <ac:chgData name="Guest User" userId="" providerId="Windows Live" clId="Web-{B359937E-2070-9289-BEDC-656984ACA620}" dt="2025-11-09T17:20:15.281" v="485" actId="1076"/>
          <ac:spMkLst>
            <pc:docMk/>
            <pc:sldMk cId="1996761188" sldId="319"/>
            <ac:spMk id="16" creationId="{6A75FC3D-297C-58E5-B66D-A73C73419105}"/>
          </ac:spMkLst>
        </pc:spChg>
        <pc:spChg chg="del mod">
          <ac:chgData name="Guest User" userId="" providerId="Windows Live" clId="Web-{B359937E-2070-9289-BEDC-656984ACA620}" dt="2025-11-09T16:53:56.621" v="162"/>
          <ac:spMkLst>
            <pc:docMk/>
            <pc:sldMk cId="1996761188" sldId="319"/>
            <ac:spMk id="21" creationId="{E27AC3DE-8F11-6362-CE77-9DA5A1584C4B}"/>
          </ac:spMkLst>
        </pc:spChg>
      </pc:sldChg>
      <pc:sldChg chg="addSp modSp add replId">
        <pc:chgData name="Guest User" userId="" providerId="Windows Live" clId="Web-{B359937E-2070-9289-BEDC-656984ACA620}" dt="2025-11-09T17:37:00.792" v="664" actId="20577"/>
        <pc:sldMkLst>
          <pc:docMk/>
          <pc:sldMk cId="1752837979" sldId="320"/>
        </pc:sldMkLst>
        <pc:spChg chg="mod">
          <ac:chgData name="Guest User" userId="" providerId="Windows Live" clId="Web-{B359937E-2070-9289-BEDC-656984ACA620}" dt="2025-11-09T17:09:03.180" v="229" actId="14100"/>
          <ac:spMkLst>
            <pc:docMk/>
            <pc:sldMk cId="1752837979" sldId="320"/>
            <ac:spMk id="6" creationId="{F6347755-B2AD-8105-7EDF-8D8A39FFA0A7}"/>
          </ac:spMkLst>
        </pc:spChg>
        <pc:spChg chg="mod">
          <ac:chgData name="Guest User" userId="" providerId="Windows Live" clId="Web-{B359937E-2070-9289-BEDC-656984ACA620}" dt="2025-11-09T17:20:49.548" v="487" actId="1076"/>
          <ac:spMkLst>
            <pc:docMk/>
            <pc:sldMk cId="1752837979" sldId="320"/>
            <ac:spMk id="7" creationId="{A75100E9-8B7D-B72C-E1A5-B3FD18A91089}"/>
          </ac:spMkLst>
        </pc:spChg>
        <pc:spChg chg="mod">
          <ac:chgData name="Guest User" userId="" providerId="Windows Live" clId="Web-{B359937E-2070-9289-BEDC-656984ACA620}" dt="2025-11-09T17:37:00.792" v="664" actId="20577"/>
          <ac:spMkLst>
            <pc:docMk/>
            <pc:sldMk cId="1752837979" sldId="320"/>
            <ac:spMk id="8" creationId="{0FF7C14A-E608-B28E-1141-FB3B8CF12092}"/>
          </ac:spMkLst>
        </pc:spChg>
        <pc:spChg chg="add mod">
          <ac:chgData name="Guest User" userId="" providerId="Windows Live" clId="Web-{B359937E-2070-9289-BEDC-656984ACA620}" dt="2025-11-09T16:56:01.343" v="191" actId="14100"/>
          <ac:spMkLst>
            <pc:docMk/>
            <pc:sldMk cId="1752837979" sldId="320"/>
            <ac:spMk id="9" creationId="{F6507445-662C-B200-72C4-5515861EF0DE}"/>
          </ac:spMkLst>
        </pc:spChg>
        <pc:spChg chg="add mod">
          <ac:chgData name="Guest User" userId="" providerId="Windows Live" clId="Web-{B359937E-2070-9289-BEDC-656984ACA620}" dt="2025-11-09T16:56:27.922" v="196" actId="1076"/>
          <ac:spMkLst>
            <pc:docMk/>
            <pc:sldMk cId="1752837979" sldId="320"/>
            <ac:spMk id="11" creationId="{DAFE3DFC-4533-47C6-E965-520D5A040FD0}"/>
          </ac:spMkLst>
        </pc:spChg>
        <pc:spChg chg="add mod">
          <ac:chgData name="Guest User" userId="" providerId="Windows Live" clId="Web-{B359937E-2070-9289-BEDC-656984ACA620}" dt="2025-11-09T17:19:34.592" v="477" actId="14100"/>
          <ac:spMkLst>
            <pc:docMk/>
            <pc:sldMk cId="1752837979" sldId="320"/>
            <ac:spMk id="13" creationId="{F7E43E6A-0FBD-30D9-8528-B737620D26B5}"/>
          </ac:spMkLst>
        </pc:spChg>
        <pc:spChg chg="add mod">
          <ac:chgData name="Guest User" userId="" providerId="Windows Live" clId="Web-{B359937E-2070-9289-BEDC-656984ACA620}" dt="2025-11-09T17:25:25.508" v="498" actId="20577"/>
          <ac:spMkLst>
            <pc:docMk/>
            <pc:sldMk cId="1752837979" sldId="320"/>
            <ac:spMk id="15" creationId="{79B617C2-9F1A-CC13-F302-FDBDEC677625}"/>
          </ac:spMkLst>
        </pc:spChg>
        <pc:spChg chg="mod">
          <ac:chgData name="Guest User" userId="" providerId="Windows Live" clId="Web-{B359937E-2070-9289-BEDC-656984ACA620}" dt="2025-11-09T17:09:14.696" v="231" actId="1076"/>
          <ac:spMkLst>
            <pc:docMk/>
            <pc:sldMk cId="1752837979" sldId="320"/>
            <ac:spMk id="21" creationId="{8769C531-1F46-4EBF-09A2-72B189E685AA}"/>
          </ac:spMkLst>
        </pc:spChg>
      </pc:sldChg>
      <pc:sldChg chg="add del replId">
        <pc:chgData name="Guest User" userId="" providerId="Windows Live" clId="Web-{B359937E-2070-9289-BEDC-656984ACA620}" dt="2025-11-09T17:20:30.672" v="486"/>
        <pc:sldMkLst>
          <pc:docMk/>
          <pc:sldMk cId="1516033704" sldId="321"/>
        </pc:sldMkLst>
      </pc:sldChg>
    </pc:docChg>
  </pc:docChgLst>
  <pc:docChgLst>
    <pc:chgData name="Guest User" providerId="Windows Live" clId="Web-{6DBA64E0-4DD0-AFDE-2C78-BB90BB36E61F}"/>
    <pc:docChg chg="modSld">
      <pc:chgData name="Guest User" userId="" providerId="Windows Live" clId="Web-{6DBA64E0-4DD0-AFDE-2C78-BB90BB36E61F}" dt="2025-11-09T16:37:29.837" v="0" actId="1076"/>
      <pc:docMkLst>
        <pc:docMk/>
      </pc:docMkLst>
      <pc:sldChg chg="modSp">
        <pc:chgData name="Guest User" userId="" providerId="Windows Live" clId="Web-{6DBA64E0-4DD0-AFDE-2C78-BB90BB36E61F}" dt="2025-11-09T16:37:29.837" v="0" actId="1076"/>
        <pc:sldMkLst>
          <pc:docMk/>
          <pc:sldMk cId="0" sldId="262"/>
        </pc:sldMkLst>
        <pc:graphicFrameChg chg="mod">
          <ac:chgData name="Guest User" userId="" providerId="Windows Live" clId="Web-{6DBA64E0-4DD0-AFDE-2C78-BB90BB36E61F}" dt="2025-11-09T16:37:29.837" v="0" actId="1076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</pc:docChg>
  </pc:docChgLst>
  <pc:docChgLst>
    <pc:chgData name="Guest User" providerId="Windows Live" clId="Web-{8CAD7438-142B-A713-4BA9-0F5C3359023A}"/>
    <pc:docChg chg="addSld delSld modSld sldOrd">
      <pc:chgData name="Guest User" userId="" providerId="Windows Live" clId="Web-{8CAD7438-142B-A713-4BA9-0F5C3359023A}" dt="2025-11-09T18:12:33.733" v="576" actId="1076"/>
      <pc:docMkLst>
        <pc:docMk/>
      </pc:docMkLst>
      <pc:sldChg chg="addSp delSp modSp">
        <pc:chgData name="Guest User" userId="" providerId="Windows Live" clId="Web-{8CAD7438-142B-A713-4BA9-0F5C3359023A}" dt="2025-11-09T17:54:19.530" v="466" actId="1076"/>
        <pc:sldMkLst>
          <pc:docMk/>
          <pc:sldMk cId="0" sldId="256"/>
        </pc:sldMkLst>
        <pc:spChg chg="mod">
          <ac:chgData name="Guest User" userId="" providerId="Windows Live" clId="Web-{8CAD7438-142B-A713-4BA9-0F5C3359023A}" dt="2025-11-09T17:54:19.530" v="46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Guest User" userId="" providerId="Windows Live" clId="Web-{8CAD7438-142B-A713-4BA9-0F5C3359023A}" dt="2025-11-09T17:53:48.092" v="463" actId="1076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Guest User" userId="" providerId="Windows Live" clId="Web-{8CAD7438-142B-A713-4BA9-0F5C3359023A}" dt="2025-11-09T17:53:57.467" v="464" actId="1076"/>
          <ac:spMkLst>
            <pc:docMk/>
            <pc:sldMk cId="0" sldId="256"/>
            <ac:spMk id="10" creationId="{D366D82E-05B4-D6CB-B32B-83CCA841E138}"/>
          </ac:spMkLst>
        </pc:spChg>
      </pc:sldChg>
      <pc:sldChg chg="modSp">
        <pc:chgData name="Guest User" userId="" providerId="Windows Live" clId="Web-{8CAD7438-142B-A713-4BA9-0F5C3359023A}" dt="2025-11-09T17:56:30" v="487" actId="1076"/>
        <pc:sldMkLst>
          <pc:docMk/>
          <pc:sldMk cId="0" sldId="257"/>
        </pc:sldMkLst>
        <pc:spChg chg="mod">
          <ac:chgData name="Guest User" userId="" providerId="Windows Live" clId="Web-{8CAD7438-142B-A713-4BA9-0F5C3359023A}" dt="2025-11-09T17:54:59.578" v="476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Guest User" userId="" providerId="Windows Live" clId="Web-{8CAD7438-142B-A713-4BA9-0F5C3359023A}" dt="2025-11-09T17:56:30" v="487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Guest User" userId="" providerId="Windows Live" clId="Web-{8CAD7438-142B-A713-4BA9-0F5C3359023A}" dt="2025-11-09T17:56:06.828" v="486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Guest User" userId="" providerId="Windows Live" clId="Web-{8CAD7438-142B-A713-4BA9-0F5C3359023A}" dt="2025-11-09T17:55:14.937" v="482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uest User" userId="" providerId="Windows Live" clId="Web-{8CAD7438-142B-A713-4BA9-0F5C3359023A}" dt="2025-11-09T17:54:35.749" v="468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" providerId="Windows Live" clId="Web-{8CAD7438-142B-A713-4BA9-0F5C3359023A}" dt="2025-11-09T17:54:45.421" v="470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uest User" userId="" providerId="Windows Live" clId="Web-{8CAD7438-142B-A713-4BA9-0F5C3359023A}" dt="2025-11-09T17:54:50.234" v="472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uest User" userId="" providerId="Windows Live" clId="Web-{8CAD7438-142B-A713-4BA9-0F5C3359023A}" dt="2025-11-09T17:54:54.984" v="474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Guest User" userId="" providerId="Windows Live" clId="Web-{8CAD7438-142B-A713-4BA9-0F5C3359023A}" dt="2025-11-09T17:55:57.250" v="485" actId="1076"/>
          <ac:spMkLst>
            <pc:docMk/>
            <pc:sldMk cId="0" sldId="257"/>
            <ac:spMk id="22" creationId="{00000000-0000-0000-0000-000000000000}"/>
          </ac:spMkLst>
        </pc:spChg>
        <pc:grpChg chg="mod">
          <ac:chgData name="Guest User" userId="" providerId="Windows Live" clId="Web-{8CAD7438-142B-A713-4BA9-0F5C3359023A}" dt="2025-11-09T17:55:43.562" v="484" actId="1076"/>
          <ac:grpSpMkLst>
            <pc:docMk/>
            <pc:sldMk cId="0" sldId="257"/>
            <ac:grpSpMk id="8" creationId="{00000000-0000-0000-0000-000000000000}"/>
          </ac:grpSpMkLst>
        </pc:grpChg>
      </pc:sldChg>
      <pc:sldChg chg="modSp">
        <pc:chgData name="Guest User" userId="" providerId="Windows Live" clId="Web-{8CAD7438-142B-A713-4BA9-0F5C3359023A}" dt="2025-11-09T17:57:22.188" v="497" actId="1076"/>
        <pc:sldMkLst>
          <pc:docMk/>
          <pc:sldMk cId="0" sldId="258"/>
        </pc:sldMkLst>
        <pc:spChg chg="mod">
          <ac:chgData name="Guest User" userId="" providerId="Windows Live" clId="Web-{8CAD7438-142B-A713-4BA9-0F5C3359023A}" dt="2025-11-09T17:57:22.188" v="497" actId="1076"/>
          <ac:spMkLst>
            <pc:docMk/>
            <pc:sldMk cId="0" sldId="258"/>
            <ac:spMk id="8" creationId="{00000000-0000-0000-0000-000000000000}"/>
          </ac:spMkLst>
        </pc:spChg>
      </pc:sldChg>
      <pc:sldChg chg="modSp">
        <pc:chgData name="Guest User" userId="" providerId="Windows Live" clId="Web-{8CAD7438-142B-A713-4BA9-0F5C3359023A}" dt="2025-11-09T17:56:58.047" v="491" actId="20577"/>
        <pc:sldMkLst>
          <pc:docMk/>
          <pc:sldMk cId="0" sldId="259"/>
        </pc:sldMkLst>
        <pc:spChg chg="mod">
          <ac:chgData name="Guest User" userId="" providerId="Windows Live" clId="Web-{8CAD7438-142B-A713-4BA9-0F5C3359023A}" dt="2025-11-09T17:56:58.047" v="491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">
        <pc:chgData name="Guest User" userId="" providerId="Windows Live" clId="Web-{8CAD7438-142B-A713-4BA9-0F5C3359023A}" dt="2025-11-09T17:57:46.860" v="502" actId="1076"/>
        <pc:sldMkLst>
          <pc:docMk/>
          <pc:sldMk cId="0" sldId="260"/>
        </pc:sldMkLst>
        <pc:spChg chg="mod">
          <ac:chgData name="Guest User" userId="" providerId="Windows Live" clId="Web-{8CAD7438-142B-A713-4BA9-0F5C3359023A}" dt="2025-11-09T17:57:46.860" v="502" actId="1076"/>
          <ac:spMkLst>
            <pc:docMk/>
            <pc:sldMk cId="0" sldId="260"/>
            <ac:spMk id="7" creationId="{00000000-0000-0000-0000-000000000000}"/>
          </ac:spMkLst>
        </pc:spChg>
      </pc:sldChg>
      <pc:sldChg chg="modSp">
        <pc:chgData name="Guest User" userId="" providerId="Windows Live" clId="Web-{8CAD7438-142B-A713-4BA9-0F5C3359023A}" dt="2025-11-09T17:58:26.954" v="507" actId="1076"/>
        <pc:sldMkLst>
          <pc:docMk/>
          <pc:sldMk cId="0" sldId="262"/>
        </pc:sldMkLst>
        <pc:spChg chg="mod">
          <ac:chgData name="Guest User" userId="" providerId="Windows Live" clId="Web-{8CAD7438-142B-A713-4BA9-0F5C3359023A}" dt="2025-11-09T17:58:19.470" v="506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Guest User" userId="" providerId="Windows Live" clId="Web-{8CAD7438-142B-A713-4BA9-0F5C3359023A}" dt="2025-11-09T17:58:16.595" v="505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Guest User" userId="" providerId="Windows Live" clId="Web-{8CAD7438-142B-A713-4BA9-0F5C3359023A}" dt="2025-11-09T17:58:10.204" v="504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Guest User" userId="" providerId="Windows Live" clId="Web-{8CAD7438-142B-A713-4BA9-0F5C3359023A}" dt="2025-11-09T17:58:06.876" v="503" actId="1076"/>
          <ac:spMkLst>
            <pc:docMk/>
            <pc:sldMk cId="0" sldId="262"/>
            <ac:spMk id="9" creationId="{00000000-0000-0000-0000-000000000000}"/>
          </ac:spMkLst>
        </pc:spChg>
        <pc:grpChg chg="mod">
          <ac:chgData name="Guest User" userId="" providerId="Windows Live" clId="Web-{8CAD7438-142B-A713-4BA9-0F5C3359023A}" dt="2025-11-09T17:58:26.954" v="507" actId="1076"/>
          <ac:grpSpMkLst>
            <pc:docMk/>
            <pc:sldMk cId="0" sldId="262"/>
            <ac:grpSpMk id="3" creationId="{00000000-0000-0000-0000-000000000000}"/>
          </ac:grpSpMkLst>
        </pc:grpChg>
      </pc:sldChg>
      <pc:sldChg chg="modSp">
        <pc:chgData name="Guest User" userId="" providerId="Windows Live" clId="Web-{8CAD7438-142B-A713-4BA9-0F5C3359023A}" dt="2025-11-09T17:59:05.017" v="510" actId="14100"/>
        <pc:sldMkLst>
          <pc:docMk/>
          <pc:sldMk cId="0" sldId="263"/>
        </pc:sldMkLst>
        <pc:spChg chg="mod">
          <ac:chgData name="Guest User" userId="" providerId="Windows Live" clId="Web-{8CAD7438-142B-A713-4BA9-0F5C3359023A}" dt="2025-11-09T17:58:56.205" v="509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Guest User" userId="" providerId="Windows Live" clId="Web-{8CAD7438-142B-A713-4BA9-0F5C3359023A}" dt="2025-11-09T17:59:05.017" v="510" actId="14100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Guest User" userId="" providerId="Windows Live" clId="Web-{8CAD7438-142B-A713-4BA9-0F5C3359023A}" dt="2025-11-09T17:59:56.783" v="515" actId="1076"/>
        <pc:sldMkLst>
          <pc:docMk/>
          <pc:sldMk cId="0" sldId="264"/>
        </pc:sldMkLst>
        <pc:spChg chg="mod">
          <ac:chgData name="Guest User" userId="" providerId="Windows Live" clId="Web-{8CAD7438-142B-A713-4BA9-0F5C3359023A}" dt="2025-11-09T17:59:22.892" v="511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Guest User" userId="" providerId="Windows Live" clId="Web-{8CAD7438-142B-A713-4BA9-0F5C3359023A}" dt="2025-11-09T17:59:37.892" v="513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Guest User" userId="" providerId="Windows Live" clId="Web-{8CAD7438-142B-A713-4BA9-0F5C3359023A}" dt="2025-11-09T17:59:49.971" v="514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Guest User" userId="" providerId="Windows Live" clId="Web-{8CAD7438-142B-A713-4BA9-0F5C3359023A}" dt="2025-11-09T17:59:56.783" v="515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Guest User" userId="" providerId="Windows Live" clId="Web-{8CAD7438-142B-A713-4BA9-0F5C3359023A}" dt="2025-11-09T17:50:38.214" v="428" actId="20577"/>
          <ac:spMkLst>
            <pc:docMk/>
            <pc:sldMk cId="0" sldId="264"/>
            <ac:spMk id="37" creationId="{00000000-0000-0000-0000-000000000000}"/>
          </ac:spMkLst>
        </pc:spChg>
        <pc:spChg chg="mod">
          <ac:chgData name="Guest User" userId="" providerId="Windows Live" clId="Web-{8CAD7438-142B-A713-4BA9-0F5C3359023A}" dt="2025-11-09T17:50:30.245" v="426" actId="20577"/>
          <ac:spMkLst>
            <pc:docMk/>
            <pc:sldMk cId="0" sldId="264"/>
            <ac:spMk id="38" creationId="{00000000-0000-0000-0000-000000000000}"/>
          </ac:spMkLst>
        </pc:spChg>
        <pc:grpChg chg="mod">
          <ac:chgData name="Guest User" userId="" providerId="Windows Live" clId="Web-{8CAD7438-142B-A713-4BA9-0F5C3359023A}" dt="2025-11-09T17:50:56.839" v="429" actId="1076"/>
          <ac:grpSpMkLst>
            <pc:docMk/>
            <pc:sldMk cId="0" sldId="264"/>
            <ac:grpSpMk id="34" creationId="{00000000-0000-0000-0000-000000000000}"/>
          </ac:grpSpMkLst>
        </pc:grpChg>
      </pc:sldChg>
      <pc:sldChg chg="addSp delSp modSp ord">
        <pc:chgData name="Guest User" userId="" providerId="Windows Live" clId="Web-{8CAD7438-142B-A713-4BA9-0F5C3359023A}" dt="2025-11-09T18:12:33.733" v="576" actId="1076"/>
        <pc:sldMkLst>
          <pc:docMk/>
          <pc:sldMk cId="0" sldId="269"/>
        </pc:sldMkLst>
        <pc:spChg chg="del">
          <ac:chgData name="Guest User" userId="" providerId="Windows Live" clId="Web-{8CAD7438-142B-A713-4BA9-0F5C3359023A}" dt="2025-11-09T17:23:56.437" v="123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Guest User" userId="" providerId="Windows Live" clId="Web-{8CAD7438-142B-A713-4BA9-0F5C3359023A}" dt="2025-11-09T17:23:49.140" v="122"/>
          <ac:spMkLst>
            <pc:docMk/>
            <pc:sldMk cId="0" sldId="269"/>
            <ac:spMk id="9" creationId="{00000000-0000-0000-0000-000000000000}"/>
          </ac:spMkLst>
        </pc:spChg>
        <pc:spChg chg="mod">
          <ac:chgData name="Guest User" userId="" providerId="Windows Live" clId="Web-{8CAD7438-142B-A713-4BA9-0F5C3359023A}" dt="2025-11-09T17:34:28.041" v="223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Guest User" userId="" providerId="Windows Live" clId="Web-{8CAD7438-142B-A713-4BA9-0F5C3359023A}" dt="2025-11-09T17:30:53.315" v="191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Guest User" userId="" providerId="Windows Live" clId="Web-{8CAD7438-142B-A713-4BA9-0F5C3359023A}" dt="2025-11-09T17:41:14.156" v="297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Guest User" userId="" providerId="Windows Live" clId="Web-{8CAD7438-142B-A713-4BA9-0F5C3359023A}" dt="2025-11-09T17:30:43.408" v="189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Guest User" userId="" providerId="Windows Live" clId="Web-{8CAD7438-142B-A713-4BA9-0F5C3359023A}" dt="2025-11-09T17:30:24.814" v="187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Guest User" userId="" providerId="Windows Live" clId="Web-{8CAD7438-142B-A713-4BA9-0F5C3359023A}" dt="2025-11-09T17:41:11.531" v="296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Guest User" userId="" providerId="Windows Live" clId="Web-{8CAD7438-142B-A713-4BA9-0F5C3359023A}" dt="2025-11-09T17:39:33.108" v="271" actId="1076"/>
          <ac:spMkLst>
            <pc:docMk/>
            <pc:sldMk cId="0" sldId="269"/>
            <ac:spMk id="18" creationId="{00000000-0000-0000-0000-000000000000}"/>
          </ac:spMkLst>
        </pc:spChg>
        <pc:spChg chg="add mod">
          <ac:chgData name="Guest User" userId="" providerId="Windows Live" clId="Web-{8CAD7438-142B-A713-4BA9-0F5C3359023A}" dt="2025-11-09T18:12:33.733" v="576" actId="1076"/>
          <ac:spMkLst>
            <pc:docMk/>
            <pc:sldMk cId="0" sldId="269"/>
            <ac:spMk id="19" creationId="{7FF5FFD5-6743-447E-1BAA-F22E1DAFAF60}"/>
          </ac:spMkLst>
        </pc:spChg>
        <pc:spChg chg="add mod">
          <ac:chgData name="Guest User" userId="" providerId="Windows Live" clId="Web-{8CAD7438-142B-A713-4BA9-0F5C3359023A}" dt="2025-11-09T18:12:20.561" v="575" actId="1076"/>
          <ac:spMkLst>
            <pc:docMk/>
            <pc:sldMk cId="0" sldId="269"/>
            <ac:spMk id="20" creationId="{D22E7EE7-B6E7-BB81-0565-D686BEAB871F}"/>
          </ac:spMkLst>
        </pc:spChg>
        <pc:spChg chg="add mod">
          <ac:chgData name="Guest User" userId="" providerId="Windows Live" clId="Web-{8CAD7438-142B-A713-4BA9-0F5C3359023A}" dt="2025-11-09T17:37:01.857" v="256" actId="1076"/>
          <ac:spMkLst>
            <pc:docMk/>
            <pc:sldMk cId="0" sldId="269"/>
            <ac:spMk id="21" creationId="{6D13C431-CCAB-6362-679E-80A54B54A588}"/>
          </ac:spMkLst>
        </pc:spChg>
        <pc:spChg chg="add mod">
          <ac:chgData name="Guest User" userId="" providerId="Windows Live" clId="Web-{8CAD7438-142B-A713-4BA9-0F5C3359023A}" dt="2025-11-09T17:37:50.170" v="260" actId="14100"/>
          <ac:spMkLst>
            <pc:docMk/>
            <pc:sldMk cId="0" sldId="269"/>
            <ac:spMk id="22" creationId="{75B39BAC-B732-8C30-89E3-5132C19AF39D}"/>
          </ac:spMkLst>
        </pc:spChg>
        <pc:spChg chg="add del mod">
          <ac:chgData name="Guest User" userId="" providerId="Windows Live" clId="Web-{8CAD7438-142B-A713-4BA9-0F5C3359023A}" dt="2025-11-09T17:40:04.296" v="276"/>
          <ac:spMkLst>
            <pc:docMk/>
            <pc:sldMk cId="0" sldId="269"/>
            <ac:spMk id="23" creationId="{373CC3AA-443E-8250-C606-F59E69AA7FA1}"/>
          </ac:spMkLst>
        </pc:spChg>
        <pc:spChg chg="add mod">
          <ac:chgData name="Guest User" userId="" providerId="Windows Live" clId="Web-{8CAD7438-142B-A713-4BA9-0F5C3359023A}" dt="2025-11-09T17:42:06.876" v="302" actId="1076"/>
          <ac:spMkLst>
            <pc:docMk/>
            <pc:sldMk cId="0" sldId="269"/>
            <ac:spMk id="24" creationId="{443DE3FC-BC7C-E0C3-2526-2B5520B7F91C}"/>
          </ac:spMkLst>
        </pc:spChg>
        <pc:grpChg chg="mod">
          <ac:chgData name="Guest User" userId="" providerId="Windows Live" clId="Web-{8CAD7438-142B-A713-4BA9-0F5C3359023A}" dt="2025-11-09T17:42:37.486" v="303" actId="1076"/>
          <ac:grpSpMkLst>
            <pc:docMk/>
            <pc:sldMk cId="0" sldId="269"/>
            <ac:grpSpMk id="2" creationId="{00000000-0000-0000-0000-000000000000}"/>
          </ac:grpSpMkLst>
        </pc:grpChg>
        <pc:grpChg chg="mod">
          <ac:chgData name="Guest User" userId="" providerId="Windows Live" clId="Web-{8CAD7438-142B-A713-4BA9-0F5C3359023A}" dt="2025-11-09T17:38:06.217" v="261" actId="1076"/>
          <ac:grpSpMkLst>
            <pc:docMk/>
            <pc:sldMk cId="0" sldId="269"/>
            <ac:grpSpMk id="4" creationId="{00000000-0000-0000-0000-000000000000}"/>
          </ac:grpSpMkLst>
        </pc:grpChg>
        <pc:grpChg chg="mod">
          <ac:chgData name="Guest User" userId="" providerId="Windows Live" clId="Web-{8CAD7438-142B-A713-4BA9-0F5C3359023A}" dt="2025-11-09T17:35:43.058" v="246" actId="14100"/>
          <ac:grpSpMkLst>
            <pc:docMk/>
            <pc:sldMk cId="0" sldId="269"/>
            <ac:grpSpMk id="6" creationId="{00000000-0000-0000-0000-000000000000}"/>
          </ac:grpSpMkLst>
        </pc:grpChg>
        <pc:grpChg chg="mod">
          <ac:chgData name="Guest User" userId="" providerId="Windows Live" clId="Web-{8CAD7438-142B-A713-4BA9-0F5C3359023A}" dt="2025-11-09T18:11:56.983" v="572" actId="1076"/>
          <ac:grpSpMkLst>
            <pc:docMk/>
            <pc:sldMk cId="0" sldId="269"/>
            <ac:grpSpMk id="25" creationId="{2DDA9BC1-C4DB-1408-32A0-2957032DF12E}"/>
          </ac:grpSpMkLst>
        </pc:grpChg>
      </pc:sldChg>
      <pc:sldChg chg="addSp delSp modSp">
        <pc:chgData name="Guest User" userId="" providerId="Windows Live" clId="Web-{8CAD7438-142B-A713-4BA9-0F5C3359023A}" dt="2025-11-09T17:43:58.330" v="350" actId="1076"/>
        <pc:sldMkLst>
          <pc:docMk/>
          <pc:sldMk cId="0" sldId="270"/>
        </pc:sldMkLst>
        <pc:spChg chg="mod">
          <ac:chgData name="Guest User" userId="" providerId="Windows Live" clId="Web-{8CAD7438-142B-A713-4BA9-0F5C3359023A}" dt="2025-11-09T17:43:58.330" v="350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Guest User" userId="" providerId="Windows Live" clId="Web-{8CAD7438-142B-A713-4BA9-0F5C3359023A}" dt="2025-11-09T17:16:09.133" v="38" actId="1076"/>
          <ac:spMkLst>
            <pc:docMk/>
            <pc:sldMk cId="0" sldId="270"/>
            <ac:spMk id="5" creationId="{00000000-0000-0000-0000-000000000000}"/>
          </ac:spMkLst>
        </pc:spChg>
        <pc:spChg chg="mod">
          <ac:chgData name="Guest User" userId="" providerId="Windows Live" clId="Web-{8CAD7438-142B-A713-4BA9-0F5C3359023A}" dt="2025-11-09T17:16:20.165" v="39" actId="1076"/>
          <ac:spMkLst>
            <pc:docMk/>
            <pc:sldMk cId="0" sldId="270"/>
            <ac:spMk id="6" creationId="{00000000-0000-0000-0000-000000000000}"/>
          </ac:spMkLst>
        </pc:spChg>
        <pc:spChg chg="mod">
          <ac:chgData name="Guest User" userId="" providerId="Windows Live" clId="Web-{8CAD7438-142B-A713-4BA9-0F5C3359023A}" dt="2025-11-09T17:43:41.205" v="345" actId="1076"/>
          <ac:spMkLst>
            <pc:docMk/>
            <pc:sldMk cId="0" sldId="270"/>
            <ac:spMk id="7" creationId="{00000000-0000-0000-0000-000000000000}"/>
          </ac:spMkLst>
        </pc:spChg>
        <pc:spChg chg="del">
          <ac:chgData name="Guest User" userId="" providerId="Windows Live" clId="Web-{8CAD7438-142B-A713-4BA9-0F5C3359023A}" dt="2025-11-09T17:14:58.209" v="25"/>
          <ac:spMkLst>
            <pc:docMk/>
            <pc:sldMk cId="0" sldId="270"/>
            <ac:spMk id="8" creationId="{00000000-0000-0000-0000-000000000000}"/>
          </ac:spMkLst>
        </pc:spChg>
        <pc:spChg chg="del">
          <ac:chgData name="Guest User" userId="" providerId="Windows Live" clId="Web-{8CAD7438-142B-A713-4BA9-0F5C3359023A}" dt="2025-11-09T17:15:11.413" v="31"/>
          <ac:spMkLst>
            <pc:docMk/>
            <pc:sldMk cId="0" sldId="270"/>
            <ac:spMk id="9" creationId="{00000000-0000-0000-0000-000000000000}"/>
          </ac:spMkLst>
        </pc:spChg>
        <pc:spChg chg="del">
          <ac:chgData name="Guest User" userId="" providerId="Windows Live" clId="Web-{8CAD7438-142B-A713-4BA9-0F5C3359023A}" dt="2025-11-09T17:15:07.710" v="29"/>
          <ac:spMkLst>
            <pc:docMk/>
            <pc:sldMk cId="0" sldId="270"/>
            <ac:spMk id="10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04.379" v="2"/>
          <ac:spMkLst>
            <pc:docMk/>
            <pc:sldMk cId="0" sldId="270"/>
            <ac:spMk id="11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09.254" v="5"/>
          <ac:spMkLst>
            <pc:docMk/>
            <pc:sldMk cId="0" sldId="270"/>
            <ac:spMk id="12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44.131" v="24"/>
          <ac:spMkLst>
            <pc:docMk/>
            <pc:sldMk cId="0" sldId="270"/>
            <ac:spMk id="13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39.599" v="21"/>
          <ac:spMkLst>
            <pc:docMk/>
            <pc:sldMk cId="0" sldId="270"/>
            <ac:spMk id="14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16.880" v="8"/>
          <ac:spMkLst>
            <pc:docMk/>
            <pc:sldMk cId="0" sldId="270"/>
            <ac:spMk id="15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24.302" v="12"/>
          <ac:spMkLst>
            <pc:docMk/>
            <pc:sldMk cId="0" sldId="270"/>
            <ac:spMk id="16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37.443" v="18"/>
          <ac:spMkLst>
            <pc:docMk/>
            <pc:sldMk cId="0" sldId="270"/>
            <ac:spMk id="17" creationId="{00000000-0000-0000-0000-000000000000}"/>
          </ac:spMkLst>
        </pc:spChg>
        <pc:spChg chg="del mod">
          <ac:chgData name="Guest User" userId="" providerId="Windows Live" clId="Web-{8CAD7438-142B-A713-4BA9-0F5C3359023A}" dt="2025-11-09T17:14:30.489" v="15"/>
          <ac:spMkLst>
            <pc:docMk/>
            <pc:sldMk cId="0" sldId="270"/>
            <ac:spMk id="18" creationId="{00000000-0000-0000-0000-000000000000}"/>
          </ac:spMkLst>
        </pc:spChg>
        <pc:spChg chg="del">
          <ac:chgData name="Guest User" userId="" providerId="Windows Live" clId="Web-{8CAD7438-142B-A713-4BA9-0F5C3359023A}" dt="2025-11-09T17:15:06.256" v="28"/>
          <ac:spMkLst>
            <pc:docMk/>
            <pc:sldMk cId="0" sldId="270"/>
            <ac:spMk id="19" creationId="{00000000-0000-0000-0000-000000000000}"/>
          </ac:spMkLst>
        </pc:spChg>
        <pc:spChg chg="del">
          <ac:chgData name="Guest User" userId="" providerId="Windows Live" clId="Web-{8CAD7438-142B-A713-4BA9-0F5C3359023A}" dt="2025-11-09T17:15:01.116" v="26"/>
          <ac:spMkLst>
            <pc:docMk/>
            <pc:sldMk cId="0" sldId="270"/>
            <ac:spMk id="20" creationId="{00000000-0000-0000-0000-000000000000}"/>
          </ac:spMkLst>
        </pc:spChg>
        <pc:spChg chg="del">
          <ac:chgData name="Guest User" userId="" providerId="Windows Live" clId="Web-{8CAD7438-142B-A713-4BA9-0F5C3359023A}" dt="2025-11-09T17:15:09.741" v="30"/>
          <ac:spMkLst>
            <pc:docMk/>
            <pc:sldMk cId="0" sldId="270"/>
            <ac:spMk id="21" creationId="{00000000-0000-0000-0000-000000000000}"/>
          </ac:spMkLst>
        </pc:spChg>
        <pc:spChg chg="del">
          <ac:chgData name="Guest User" userId="" providerId="Windows Live" clId="Web-{8CAD7438-142B-A713-4BA9-0F5C3359023A}" dt="2025-11-09T17:15:04.053" v="27"/>
          <ac:spMkLst>
            <pc:docMk/>
            <pc:sldMk cId="0" sldId="270"/>
            <ac:spMk id="22" creationId="{00000000-0000-0000-0000-000000000000}"/>
          </ac:spMkLst>
        </pc:spChg>
        <pc:graphicFrameChg chg="add mod modGraphic">
          <ac:chgData name="Guest User" userId="" providerId="Windows Live" clId="Web-{8CAD7438-142B-A713-4BA9-0F5C3359023A}" dt="2025-11-09T17:43:52.220" v="349"/>
          <ac:graphicFrameMkLst>
            <pc:docMk/>
            <pc:sldMk cId="0" sldId="270"/>
            <ac:graphicFrameMk id="24" creationId="{111A57C7-B3F5-2CAB-9226-B0B70AC46EDD}"/>
          </ac:graphicFrameMkLst>
        </pc:graphicFrameChg>
      </pc:sldChg>
      <pc:sldChg chg="del">
        <pc:chgData name="Guest User" userId="" providerId="Windows Live" clId="Web-{8CAD7438-142B-A713-4BA9-0F5C3359023A}" dt="2025-11-09T18:03:26.050" v="523"/>
        <pc:sldMkLst>
          <pc:docMk/>
          <pc:sldMk cId="0" sldId="271"/>
        </pc:sldMkLst>
      </pc:sldChg>
      <pc:sldChg chg="del">
        <pc:chgData name="Guest User" userId="" providerId="Windows Live" clId="Web-{8CAD7438-142B-A713-4BA9-0F5C3359023A}" dt="2025-11-09T18:04:22.034" v="525"/>
        <pc:sldMkLst>
          <pc:docMk/>
          <pc:sldMk cId="0" sldId="272"/>
        </pc:sldMkLst>
      </pc:sldChg>
      <pc:sldChg chg="ord">
        <pc:chgData name="Guest User" userId="" providerId="Windows Live" clId="Web-{8CAD7438-142B-A713-4BA9-0F5C3359023A}" dt="2025-11-09T18:00:51.893" v="516"/>
        <pc:sldMkLst>
          <pc:docMk/>
          <pc:sldMk cId="0" sldId="273"/>
        </pc:sldMkLst>
      </pc:sldChg>
      <pc:sldChg chg="del">
        <pc:chgData name="Guest User" userId="" providerId="Windows Live" clId="Web-{8CAD7438-142B-A713-4BA9-0F5C3359023A}" dt="2025-11-09T18:04:39.613" v="526"/>
        <pc:sldMkLst>
          <pc:docMk/>
          <pc:sldMk cId="0" sldId="274"/>
        </pc:sldMkLst>
      </pc:sldChg>
      <pc:sldChg chg="del">
        <pc:chgData name="Guest User" userId="" providerId="Windows Live" clId="Web-{8CAD7438-142B-A713-4BA9-0F5C3359023A}" dt="2025-11-09T18:04:41.457" v="527"/>
        <pc:sldMkLst>
          <pc:docMk/>
          <pc:sldMk cId="0" sldId="275"/>
        </pc:sldMkLst>
      </pc:sldChg>
      <pc:sldChg chg="del">
        <pc:chgData name="Guest User" userId="" providerId="Windows Live" clId="Web-{8CAD7438-142B-A713-4BA9-0F5C3359023A}" dt="2025-11-09T18:04:49.613" v="528"/>
        <pc:sldMkLst>
          <pc:docMk/>
          <pc:sldMk cId="0" sldId="276"/>
        </pc:sldMkLst>
      </pc:sldChg>
      <pc:sldChg chg="del">
        <pc:chgData name="Guest User" userId="" providerId="Windows Live" clId="Web-{8CAD7438-142B-A713-4BA9-0F5C3359023A}" dt="2025-11-09T18:04:51.239" v="529"/>
        <pc:sldMkLst>
          <pc:docMk/>
          <pc:sldMk cId="0" sldId="277"/>
        </pc:sldMkLst>
      </pc:sldChg>
      <pc:sldChg chg="del">
        <pc:chgData name="Guest User" userId="" providerId="Windows Live" clId="Web-{8CAD7438-142B-A713-4BA9-0F5C3359023A}" dt="2025-11-09T18:04:53.411" v="530"/>
        <pc:sldMkLst>
          <pc:docMk/>
          <pc:sldMk cId="0" sldId="278"/>
        </pc:sldMkLst>
      </pc:sldChg>
      <pc:sldChg chg="del">
        <pc:chgData name="Guest User" userId="" providerId="Windows Live" clId="Web-{8CAD7438-142B-A713-4BA9-0F5C3359023A}" dt="2025-11-09T18:04:55.723" v="531"/>
        <pc:sldMkLst>
          <pc:docMk/>
          <pc:sldMk cId="0" sldId="279"/>
        </pc:sldMkLst>
      </pc:sldChg>
      <pc:sldChg chg="del">
        <pc:chgData name="Guest User" userId="" providerId="Windows Live" clId="Web-{8CAD7438-142B-A713-4BA9-0F5C3359023A}" dt="2025-11-09T18:04:57.254" v="532"/>
        <pc:sldMkLst>
          <pc:docMk/>
          <pc:sldMk cId="0" sldId="280"/>
        </pc:sldMkLst>
      </pc:sldChg>
      <pc:sldChg chg="del">
        <pc:chgData name="Guest User" userId="" providerId="Windows Live" clId="Web-{8CAD7438-142B-A713-4BA9-0F5C3359023A}" dt="2025-11-09T18:04:58.739" v="533"/>
        <pc:sldMkLst>
          <pc:docMk/>
          <pc:sldMk cId="0" sldId="281"/>
        </pc:sldMkLst>
      </pc:sldChg>
      <pc:sldChg chg="del">
        <pc:chgData name="Guest User" userId="" providerId="Windows Live" clId="Web-{8CAD7438-142B-A713-4BA9-0F5C3359023A}" dt="2025-11-09T18:04:59.911" v="534"/>
        <pc:sldMkLst>
          <pc:docMk/>
          <pc:sldMk cId="0" sldId="282"/>
        </pc:sldMkLst>
      </pc:sldChg>
      <pc:sldChg chg="del">
        <pc:chgData name="Guest User" userId="" providerId="Windows Live" clId="Web-{8CAD7438-142B-A713-4BA9-0F5C3359023A}" dt="2025-11-09T18:05:01.380" v="535"/>
        <pc:sldMkLst>
          <pc:docMk/>
          <pc:sldMk cId="0" sldId="283"/>
        </pc:sldMkLst>
      </pc:sldChg>
      <pc:sldChg chg="del">
        <pc:chgData name="Guest User" userId="" providerId="Windows Live" clId="Web-{8CAD7438-142B-A713-4BA9-0F5C3359023A}" dt="2025-11-09T18:05:01.880" v="536"/>
        <pc:sldMkLst>
          <pc:docMk/>
          <pc:sldMk cId="0" sldId="284"/>
        </pc:sldMkLst>
      </pc:sldChg>
      <pc:sldChg chg="del ord">
        <pc:chgData name="Guest User" userId="" providerId="Windows Live" clId="Web-{8CAD7438-142B-A713-4BA9-0F5C3359023A}" dt="2025-11-09T18:01:46.409" v="520"/>
        <pc:sldMkLst>
          <pc:docMk/>
          <pc:sldMk cId="0" sldId="285"/>
        </pc:sldMkLst>
      </pc:sldChg>
      <pc:sldChg chg="modSp ord">
        <pc:chgData name="Guest User" userId="" providerId="Windows Live" clId="Web-{8CAD7438-142B-A713-4BA9-0F5C3359023A}" dt="2025-11-09T18:03:51.581" v="524" actId="1076"/>
        <pc:sldMkLst>
          <pc:docMk/>
          <pc:sldMk cId="0" sldId="286"/>
        </pc:sldMkLst>
        <pc:picChg chg="mod">
          <ac:chgData name="Guest User" userId="" providerId="Windows Live" clId="Web-{8CAD7438-142B-A713-4BA9-0F5C3359023A}" dt="2025-11-09T18:03:51.581" v="524" actId="1076"/>
          <ac:picMkLst>
            <pc:docMk/>
            <pc:sldMk cId="0" sldId="286"/>
            <ac:picMk id="11" creationId="{A5BBBE3F-A7F0-89FE-A115-B288A0AB8243}"/>
          </ac:picMkLst>
        </pc:picChg>
      </pc:sldChg>
      <pc:sldChg chg="del">
        <pc:chgData name="Guest User" userId="" providerId="Windows Live" clId="Web-{8CAD7438-142B-A713-4BA9-0F5C3359023A}" dt="2025-11-09T18:05:03.177" v="537"/>
        <pc:sldMkLst>
          <pc:docMk/>
          <pc:sldMk cId="0" sldId="287"/>
        </pc:sldMkLst>
      </pc:sldChg>
      <pc:sldChg chg="del">
        <pc:chgData name="Guest User" userId="" providerId="Windows Live" clId="Web-{8CAD7438-142B-A713-4BA9-0F5C3359023A}" dt="2025-11-09T18:05:04.458" v="538"/>
        <pc:sldMkLst>
          <pc:docMk/>
          <pc:sldMk cId="0" sldId="288"/>
        </pc:sldMkLst>
      </pc:sldChg>
      <pc:sldChg chg="del">
        <pc:chgData name="Guest User" userId="" providerId="Windows Live" clId="Web-{8CAD7438-142B-A713-4BA9-0F5C3359023A}" dt="2025-11-09T18:05:05.489" v="539"/>
        <pc:sldMkLst>
          <pc:docMk/>
          <pc:sldMk cId="0" sldId="289"/>
        </pc:sldMkLst>
      </pc:sldChg>
      <pc:sldChg chg="del">
        <pc:chgData name="Guest User" userId="" providerId="Windows Live" clId="Web-{8CAD7438-142B-A713-4BA9-0F5C3359023A}" dt="2025-11-09T18:05:08.661" v="540"/>
        <pc:sldMkLst>
          <pc:docMk/>
          <pc:sldMk cId="0" sldId="290"/>
        </pc:sldMkLst>
      </pc:sldChg>
      <pc:sldChg chg="del">
        <pc:chgData name="Guest User" userId="" providerId="Windows Live" clId="Web-{8CAD7438-142B-A713-4BA9-0F5C3359023A}" dt="2025-11-09T18:05:09.317" v="541"/>
        <pc:sldMkLst>
          <pc:docMk/>
          <pc:sldMk cId="0" sldId="291"/>
        </pc:sldMkLst>
      </pc:sldChg>
      <pc:sldChg chg="del">
        <pc:chgData name="Guest User" userId="" providerId="Windows Live" clId="Web-{8CAD7438-142B-A713-4BA9-0F5C3359023A}" dt="2025-11-09T18:05:10.333" v="542"/>
        <pc:sldMkLst>
          <pc:docMk/>
          <pc:sldMk cId="0" sldId="292"/>
        </pc:sldMkLst>
      </pc:sldChg>
      <pc:sldChg chg="del">
        <pc:chgData name="Guest User" userId="" providerId="Windows Live" clId="Web-{8CAD7438-142B-A713-4BA9-0F5C3359023A}" dt="2025-11-09T18:06:10.913" v="564"/>
        <pc:sldMkLst>
          <pc:docMk/>
          <pc:sldMk cId="0" sldId="293"/>
        </pc:sldMkLst>
      </pc:sldChg>
      <pc:sldChg chg="del">
        <pc:chgData name="Guest User" userId="" providerId="Windows Live" clId="Web-{8CAD7438-142B-A713-4BA9-0F5C3359023A}" dt="2025-11-09T18:06:12.117" v="565"/>
        <pc:sldMkLst>
          <pc:docMk/>
          <pc:sldMk cId="0" sldId="294"/>
        </pc:sldMkLst>
      </pc:sldChg>
      <pc:sldChg chg="del">
        <pc:chgData name="Guest User" userId="" providerId="Windows Live" clId="Web-{8CAD7438-142B-A713-4BA9-0F5C3359023A}" dt="2025-11-09T18:05:11.349" v="545"/>
        <pc:sldMkLst>
          <pc:docMk/>
          <pc:sldMk cId="0" sldId="295"/>
        </pc:sldMkLst>
      </pc:sldChg>
      <pc:sldChg chg="del">
        <pc:chgData name="Guest User" userId="" providerId="Windows Live" clId="Web-{8CAD7438-142B-A713-4BA9-0F5C3359023A}" dt="2025-11-09T18:05:22.521" v="546"/>
        <pc:sldMkLst>
          <pc:docMk/>
          <pc:sldMk cId="0" sldId="296"/>
        </pc:sldMkLst>
      </pc:sldChg>
      <pc:sldChg chg="del">
        <pc:chgData name="Guest User" userId="" providerId="Windows Live" clId="Web-{8CAD7438-142B-A713-4BA9-0F5C3359023A}" dt="2025-11-09T18:05:23.177" v="547"/>
        <pc:sldMkLst>
          <pc:docMk/>
          <pc:sldMk cId="0" sldId="297"/>
        </pc:sldMkLst>
      </pc:sldChg>
      <pc:sldChg chg="del">
        <pc:chgData name="Guest User" userId="" providerId="Windows Live" clId="Web-{8CAD7438-142B-A713-4BA9-0F5C3359023A}" dt="2025-11-09T18:05:24.318" v="548"/>
        <pc:sldMkLst>
          <pc:docMk/>
          <pc:sldMk cId="0" sldId="298"/>
        </pc:sldMkLst>
      </pc:sldChg>
      <pc:sldChg chg="del">
        <pc:chgData name="Guest User" userId="" providerId="Windows Live" clId="Web-{8CAD7438-142B-A713-4BA9-0F5C3359023A}" dt="2025-11-09T18:05:24.599" v="549"/>
        <pc:sldMkLst>
          <pc:docMk/>
          <pc:sldMk cId="0" sldId="299"/>
        </pc:sldMkLst>
      </pc:sldChg>
      <pc:sldChg chg="del">
        <pc:chgData name="Guest User" userId="" providerId="Windows Live" clId="Web-{8CAD7438-142B-A713-4BA9-0F5C3359023A}" dt="2025-11-09T18:05:28.193" v="550"/>
        <pc:sldMkLst>
          <pc:docMk/>
          <pc:sldMk cId="0" sldId="300"/>
        </pc:sldMkLst>
      </pc:sldChg>
      <pc:sldChg chg="del">
        <pc:chgData name="Guest User" userId="" providerId="Windows Live" clId="Web-{8CAD7438-142B-A713-4BA9-0F5C3359023A}" dt="2025-11-09T18:05:30.818" v="551"/>
        <pc:sldMkLst>
          <pc:docMk/>
          <pc:sldMk cId="0" sldId="301"/>
        </pc:sldMkLst>
      </pc:sldChg>
      <pc:sldChg chg="del">
        <pc:chgData name="Guest User" userId="" providerId="Windows Live" clId="Web-{8CAD7438-142B-A713-4BA9-0F5C3359023A}" dt="2025-11-09T18:05:33.693" v="552"/>
        <pc:sldMkLst>
          <pc:docMk/>
          <pc:sldMk cId="0" sldId="302"/>
        </pc:sldMkLst>
      </pc:sldChg>
      <pc:sldChg chg="del">
        <pc:chgData name="Guest User" userId="" providerId="Windows Live" clId="Web-{8CAD7438-142B-A713-4BA9-0F5C3359023A}" dt="2025-11-09T18:05:36.303" v="553"/>
        <pc:sldMkLst>
          <pc:docMk/>
          <pc:sldMk cId="0" sldId="303"/>
        </pc:sldMkLst>
      </pc:sldChg>
      <pc:sldChg chg="del">
        <pc:chgData name="Guest User" userId="" providerId="Windows Live" clId="Web-{8CAD7438-142B-A713-4BA9-0F5C3359023A}" dt="2025-11-09T18:05:37.147" v="554"/>
        <pc:sldMkLst>
          <pc:docMk/>
          <pc:sldMk cId="0" sldId="304"/>
        </pc:sldMkLst>
      </pc:sldChg>
      <pc:sldChg chg="del">
        <pc:chgData name="Guest User" userId="" providerId="Windows Live" clId="Web-{8CAD7438-142B-A713-4BA9-0F5C3359023A}" dt="2025-11-09T18:05:42.647" v="555"/>
        <pc:sldMkLst>
          <pc:docMk/>
          <pc:sldMk cId="0" sldId="305"/>
        </pc:sldMkLst>
      </pc:sldChg>
      <pc:sldChg chg="del">
        <pc:chgData name="Guest User" userId="" providerId="Windows Live" clId="Web-{8CAD7438-142B-A713-4BA9-0F5C3359023A}" dt="2025-11-09T18:05:50.975" v="556"/>
        <pc:sldMkLst>
          <pc:docMk/>
          <pc:sldMk cId="0" sldId="306"/>
        </pc:sldMkLst>
      </pc:sldChg>
      <pc:sldChg chg="del">
        <pc:chgData name="Guest User" userId="" providerId="Windows Live" clId="Web-{8CAD7438-142B-A713-4BA9-0F5C3359023A}" dt="2025-11-09T18:05:52.553" v="557"/>
        <pc:sldMkLst>
          <pc:docMk/>
          <pc:sldMk cId="0" sldId="307"/>
        </pc:sldMkLst>
      </pc:sldChg>
      <pc:sldChg chg="del">
        <pc:chgData name="Guest User" userId="" providerId="Windows Live" clId="Web-{8CAD7438-142B-A713-4BA9-0F5C3359023A}" dt="2025-11-09T18:05:54.678" v="558"/>
        <pc:sldMkLst>
          <pc:docMk/>
          <pc:sldMk cId="0" sldId="308"/>
        </pc:sldMkLst>
      </pc:sldChg>
      <pc:sldChg chg="del">
        <pc:chgData name="Guest User" userId="" providerId="Windows Live" clId="Web-{8CAD7438-142B-A713-4BA9-0F5C3359023A}" dt="2025-11-09T18:05:57.960" v="559"/>
        <pc:sldMkLst>
          <pc:docMk/>
          <pc:sldMk cId="0" sldId="309"/>
        </pc:sldMkLst>
      </pc:sldChg>
      <pc:sldChg chg="del">
        <pc:chgData name="Guest User" userId="" providerId="Windows Live" clId="Web-{8CAD7438-142B-A713-4BA9-0F5C3359023A}" dt="2025-11-09T18:05:58.944" v="560"/>
        <pc:sldMkLst>
          <pc:docMk/>
          <pc:sldMk cId="0" sldId="310"/>
        </pc:sldMkLst>
      </pc:sldChg>
      <pc:sldChg chg="del">
        <pc:chgData name="Guest User" userId="" providerId="Windows Live" clId="Web-{8CAD7438-142B-A713-4BA9-0F5C3359023A}" dt="2025-11-09T18:05:59.554" v="561"/>
        <pc:sldMkLst>
          <pc:docMk/>
          <pc:sldMk cId="0" sldId="311"/>
        </pc:sldMkLst>
      </pc:sldChg>
      <pc:sldChg chg="del">
        <pc:chgData name="Guest User" userId="" providerId="Windows Live" clId="Web-{8CAD7438-142B-A713-4BA9-0F5C3359023A}" dt="2025-11-09T18:06:03.616" v="562"/>
        <pc:sldMkLst>
          <pc:docMk/>
          <pc:sldMk cId="0" sldId="312"/>
        </pc:sldMkLst>
      </pc:sldChg>
      <pc:sldChg chg="del">
        <pc:chgData name="Guest User" userId="" providerId="Windows Live" clId="Web-{8CAD7438-142B-A713-4BA9-0F5C3359023A}" dt="2025-11-09T18:06:04.929" v="563"/>
        <pc:sldMkLst>
          <pc:docMk/>
          <pc:sldMk cId="0" sldId="313"/>
        </pc:sldMkLst>
      </pc:sldChg>
      <pc:sldChg chg="del">
        <pc:chgData name="Guest User" userId="" providerId="Windows Live" clId="Web-{8CAD7438-142B-A713-4BA9-0F5C3359023A}" dt="2025-11-09T18:06:14.273" v="566"/>
        <pc:sldMkLst>
          <pc:docMk/>
          <pc:sldMk cId="0" sldId="314"/>
        </pc:sldMkLst>
      </pc:sldChg>
      <pc:sldChg chg="del">
        <pc:chgData name="Guest User" userId="" providerId="Windows Live" clId="Web-{8CAD7438-142B-A713-4BA9-0F5C3359023A}" dt="2025-11-09T18:06:16.039" v="567"/>
        <pc:sldMkLst>
          <pc:docMk/>
          <pc:sldMk cId="0" sldId="315"/>
        </pc:sldMkLst>
      </pc:sldChg>
      <pc:sldChg chg="del">
        <pc:chgData name="Guest User" userId="" providerId="Windows Live" clId="Web-{8CAD7438-142B-A713-4BA9-0F5C3359023A}" dt="2025-11-09T18:06:17.851" v="568"/>
        <pc:sldMkLst>
          <pc:docMk/>
          <pc:sldMk cId="0" sldId="316"/>
        </pc:sldMkLst>
      </pc:sldChg>
      <pc:sldChg chg="del">
        <pc:chgData name="Guest User" userId="" providerId="Windows Live" clId="Web-{8CAD7438-142B-A713-4BA9-0F5C3359023A}" dt="2025-11-09T18:06:18.695" v="569"/>
        <pc:sldMkLst>
          <pc:docMk/>
          <pc:sldMk cId="0" sldId="317"/>
        </pc:sldMkLst>
      </pc:sldChg>
      <pc:sldChg chg="ord">
        <pc:chgData name="Guest User" userId="" providerId="Windows Live" clId="Web-{8CAD7438-142B-A713-4BA9-0F5C3359023A}" dt="2025-11-09T18:01:32.206" v="518"/>
        <pc:sldMkLst>
          <pc:docMk/>
          <pc:sldMk cId="2117641904" sldId="318"/>
        </pc:sldMkLst>
      </pc:sldChg>
      <pc:sldChg chg="ord">
        <pc:chgData name="Guest User" userId="" providerId="Windows Live" clId="Web-{8CAD7438-142B-A713-4BA9-0F5C3359023A}" dt="2025-11-09T18:02:02.987" v="521"/>
        <pc:sldMkLst>
          <pc:docMk/>
          <pc:sldMk cId="1996761188" sldId="319"/>
        </pc:sldMkLst>
      </pc:sldChg>
      <pc:sldChg chg="ord">
        <pc:chgData name="Guest User" userId="" providerId="Windows Live" clId="Web-{8CAD7438-142B-A713-4BA9-0F5C3359023A}" dt="2025-11-09T18:02:27.456" v="522"/>
        <pc:sldMkLst>
          <pc:docMk/>
          <pc:sldMk cId="1752837979" sldId="320"/>
        </pc:sldMkLst>
      </pc:sldChg>
      <pc:sldChg chg="addSp delSp modSp add replId">
        <pc:chgData name="Guest User" userId="" providerId="Windows Live" clId="Web-{8CAD7438-142B-A713-4BA9-0F5C3359023A}" dt="2025-11-09T17:44:05.252" v="351" actId="1076"/>
        <pc:sldMkLst>
          <pc:docMk/>
          <pc:sldMk cId="1414887464" sldId="322"/>
        </pc:sldMkLst>
        <pc:spChg chg="mod">
          <ac:chgData name="Guest User" userId="" providerId="Windows Live" clId="Web-{8CAD7438-142B-A713-4BA9-0F5C3359023A}" dt="2025-11-09T17:44:05.252" v="351" actId="1076"/>
          <ac:spMkLst>
            <pc:docMk/>
            <pc:sldMk cId="1414887464" sldId="322"/>
            <ac:spMk id="2" creationId="{ADA5C21A-8039-01E9-E74D-CC789541858D}"/>
          </ac:spMkLst>
        </pc:spChg>
        <pc:spChg chg="mod">
          <ac:chgData name="Guest User" userId="" providerId="Windows Live" clId="Web-{8CAD7438-142B-A713-4BA9-0F5C3359023A}" dt="2025-11-09T17:18:17.777" v="47" actId="20577"/>
          <ac:spMkLst>
            <pc:docMk/>
            <pc:sldMk cId="1414887464" sldId="322"/>
            <ac:spMk id="6" creationId="{F4BD7EF1-AE5B-C22E-232E-826BD40612C9}"/>
          </ac:spMkLst>
        </pc:spChg>
        <pc:spChg chg="add del">
          <ac:chgData name="Guest User" userId="" providerId="Windows Live" clId="Web-{8CAD7438-142B-A713-4BA9-0F5C3359023A}" dt="2025-11-09T17:19:01.309" v="59"/>
          <ac:spMkLst>
            <pc:docMk/>
            <pc:sldMk cId="1414887464" sldId="322"/>
            <ac:spMk id="8" creationId="{F583F4D7-6549-845D-7FD9-B92A58905846}"/>
          </ac:spMkLst>
        </pc:spChg>
        <pc:spChg chg="add del mod">
          <ac:chgData name="Guest User" userId="" providerId="Windows Live" clId="Web-{8CAD7438-142B-A713-4BA9-0F5C3359023A}" dt="2025-11-09T17:18:59.934" v="57"/>
          <ac:spMkLst>
            <pc:docMk/>
            <pc:sldMk cId="1414887464" sldId="322"/>
            <ac:spMk id="9" creationId="{D1BB9339-B5C2-ABD2-F945-269A56A2188C}"/>
          </ac:spMkLst>
        </pc:spChg>
        <pc:spChg chg="add mod">
          <ac:chgData name="Guest User" userId="" providerId="Windows Live" clId="Web-{8CAD7438-142B-A713-4BA9-0F5C3359023A}" dt="2025-11-09T17:19:53.403" v="73" actId="20577"/>
          <ac:spMkLst>
            <pc:docMk/>
            <pc:sldMk cId="1414887464" sldId="322"/>
            <ac:spMk id="10" creationId="{095A8EA7-B989-E5F7-3EEA-49F5D0B5BD62}"/>
          </ac:spMkLst>
        </pc:spChg>
        <pc:graphicFrameChg chg="del">
          <ac:chgData name="Guest User" userId="" providerId="Windows Live" clId="Web-{8CAD7438-142B-A713-4BA9-0F5C3359023A}" dt="2025-11-09T17:17:16.947" v="44"/>
          <ac:graphicFrameMkLst>
            <pc:docMk/>
            <pc:sldMk cId="1414887464" sldId="322"/>
            <ac:graphicFrameMk id="24" creationId="{6AB3979B-E33F-96FB-8E99-2838B276A735}"/>
          </ac:graphicFrameMkLst>
        </pc:graphicFrameChg>
      </pc:sldChg>
      <pc:sldChg chg="modSp add replId">
        <pc:chgData name="Guest User" userId="" providerId="Windows Live" clId="Web-{8CAD7438-142B-A713-4BA9-0F5C3359023A}" dt="2025-11-09T17:22:58.874" v="118" actId="1076"/>
        <pc:sldMkLst>
          <pc:docMk/>
          <pc:sldMk cId="2255755322" sldId="323"/>
        </pc:sldMkLst>
        <pc:spChg chg="mod">
          <ac:chgData name="Guest User" userId="" providerId="Windows Live" clId="Web-{8CAD7438-142B-A713-4BA9-0F5C3359023A}" dt="2025-11-09T17:22:18.780" v="106" actId="1076"/>
          <ac:spMkLst>
            <pc:docMk/>
            <pc:sldMk cId="2255755322" sldId="323"/>
            <ac:spMk id="5" creationId="{47ADD6D6-5207-B8CE-B00B-6B24E18593CD}"/>
          </ac:spMkLst>
        </pc:spChg>
        <pc:spChg chg="mod">
          <ac:chgData name="Guest User" userId="" providerId="Windows Live" clId="Web-{8CAD7438-142B-A713-4BA9-0F5C3359023A}" dt="2025-11-09T17:22:30.514" v="107" actId="1076"/>
          <ac:spMkLst>
            <pc:docMk/>
            <pc:sldMk cId="2255755322" sldId="323"/>
            <ac:spMk id="6" creationId="{B7A57D12-0E0B-7179-2039-1017585A1BD3}"/>
          </ac:spMkLst>
        </pc:spChg>
        <pc:spChg chg="mod">
          <ac:chgData name="Guest User" userId="" providerId="Windows Live" clId="Web-{8CAD7438-142B-A713-4BA9-0F5C3359023A}" dt="2025-11-09T17:22:58.874" v="118" actId="1076"/>
          <ac:spMkLst>
            <pc:docMk/>
            <pc:sldMk cId="2255755322" sldId="323"/>
            <ac:spMk id="10" creationId="{CC76D8AB-AACB-E923-A1A2-A0BD5FF31361}"/>
          </ac:spMkLst>
        </pc:spChg>
      </pc:sldChg>
      <pc:sldChg chg="add del replId">
        <pc:chgData name="Guest User" userId="" providerId="Windows Live" clId="Web-{8CAD7438-142B-A713-4BA9-0F5C3359023A}" dt="2025-11-09T17:44:38.080" v="353"/>
        <pc:sldMkLst>
          <pc:docMk/>
          <pc:sldMk cId="2566425156" sldId="324"/>
        </pc:sldMkLst>
      </pc:sldChg>
      <pc:sldChg chg="addSp delSp modSp add ord replId">
        <pc:chgData name="Guest User" userId="" providerId="Windows Live" clId="Web-{8CAD7438-142B-A713-4BA9-0F5C3359023A}" dt="2025-11-09T17:48:39.038" v="421" actId="1076"/>
        <pc:sldMkLst>
          <pc:docMk/>
          <pc:sldMk cId="3030887530" sldId="324"/>
        </pc:sldMkLst>
        <pc:spChg chg="del">
          <ac:chgData name="Guest User" userId="" providerId="Windows Live" clId="Web-{8CAD7438-142B-A713-4BA9-0F5C3359023A}" dt="2025-11-09T17:46:06.894" v="360"/>
          <ac:spMkLst>
            <pc:docMk/>
            <pc:sldMk cId="3030887530" sldId="324"/>
            <ac:spMk id="5" creationId="{40C0F076-947E-E70E-93D2-6ADF1177F32F}"/>
          </ac:spMkLst>
        </pc:spChg>
        <pc:spChg chg="del mod">
          <ac:chgData name="Guest User" userId="" providerId="Windows Live" clId="Web-{8CAD7438-142B-A713-4BA9-0F5C3359023A}" dt="2025-11-09T17:46:01.237" v="359"/>
          <ac:spMkLst>
            <pc:docMk/>
            <pc:sldMk cId="3030887530" sldId="324"/>
            <ac:spMk id="6" creationId="{A5794A44-7A27-C91D-6419-230F22AE2C06}"/>
          </ac:spMkLst>
        </pc:spChg>
        <pc:spChg chg="del mod">
          <ac:chgData name="Guest User" userId="" providerId="Windows Live" clId="Web-{8CAD7438-142B-A713-4BA9-0F5C3359023A}" dt="2025-11-09T17:47:19.300" v="391"/>
          <ac:spMkLst>
            <pc:docMk/>
            <pc:sldMk cId="3030887530" sldId="324"/>
            <ac:spMk id="7" creationId="{9215E706-6027-6B77-8C52-A253070C9219}"/>
          </ac:spMkLst>
        </pc:spChg>
        <pc:spChg chg="add del">
          <ac:chgData name="Guest User" userId="" providerId="Windows Live" clId="Web-{8CAD7438-142B-A713-4BA9-0F5C3359023A}" dt="2025-11-09T17:47:32.519" v="393"/>
          <ac:spMkLst>
            <pc:docMk/>
            <pc:sldMk cId="3030887530" sldId="324"/>
            <ac:spMk id="10" creationId="{5E1C7AD7-DEB0-26F9-BF2F-85A49E81E34F}"/>
          </ac:spMkLst>
        </pc:spChg>
        <pc:spChg chg="add mod">
          <ac:chgData name="Guest User" userId="" providerId="Windows Live" clId="Web-{8CAD7438-142B-A713-4BA9-0F5C3359023A}" dt="2025-11-09T17:48:39.038" v="421" actId="1076"/>
          <ac:spMkLst>
            <pc:docMk/>
            <pc:sldMk cId="3030887530" sldId="324"/>
            <ac:spMk id="11" creationId="{22B86E82-91DE-6543-AE20-A049234112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4CFAD-4093-02B9-C2D6-0ABEDF170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ECA2EC-859B-C558-6A82-C80C32D6FC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A45182-4F6B-0F90-CECF-AA822A7F6D2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3CA07AA-B4D5-BABE-8E64-1974FBA55C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B2B8788-BD83-02C1-0EDB-F6F1ACC05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0D737-AF5B-F74D-E408-2BF1F89497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BA9CA-DF73-63F9-F5BC-5C1A28B69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97971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81C3-3635-081B-75B6-9938E41A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D0C515-56E7-A9AF-984F-73D7CD849C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A5FF4-2981-EFAD-62BF-F4513E87D33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968CF5B-9B38-A40D-7E6B-BE5BB25D7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34F1D72-0B5A-933D-BCF6-61A0C4A61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BC723-8C81-98E8-2D14-CB9C4AD856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98913-E9B2-5C5E-69DB-4E5C9E81E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4369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2DA0-8B1A-BF58-9996-A82AEF8C3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B40056-E95B-4101-4CAC-C35748D94F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5E7F7-1412-9828-FF3F-FE6B5AF741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354D0D-B48F-AD8D-E06B-132EA006B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BD53957-A205-C8E3-D6F7-1AEFC0546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03EA6-FB4F-C2D7-0919-6E5F5269C49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D03A3-19E4-F26B-7EE6-482C935BE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17026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569F-D88C-C451-D639-DD5BF2F9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3E0EFF-BC77-D5A9-5C75-BAD691B21F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F4E42-CB2A-79DF-9CBD-EEFFD3E96B4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351F2F2-E637-9AE7-41F9-58968B61C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927D655-F40D-00E0-5377-3A1638169F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EE64-1CDA-F671-A887-F9A1885A840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78FE3-72FE-1352-A7B6-22F8431B3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7675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44A76-8D4D-3103-6B37-83571EC7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9FE01E-E615-E23D-392C-DDEBA0B404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16B62B-EA07-DA0F-7079-521297AD2A7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3EB1930-CE6A-FDF8-63B2-3E2A76FD1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181C6CD-8714-E605-1A47-F3E1DD128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BB986-DA19-1108-F77C-561DC240EB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47214-C1BB-CA8D-D9D2-EE756CC65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385958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15A8-E113-F78F-E987-76DBEF79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51C5EF-7A1A-2B38-66B9-D1452311CC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B2116-1620-4049-CE2C-907D200B75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46CDD54-3032-33AF-4297-CCF295C104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41C139-8F29-2519-1BF6-4948729F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44B15-9520-36E5-6E62-F566FA6E36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6C96F-CE57-6AEC-473A-7756AC2C6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15431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18" Type="http://schemas.openxmlformats.org/officeDocument/2006/relationships/image" Target="../media/image3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13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12" Type="http://schemas.openxmlformats.org/officeDocument/2006/relationships/image" Target="../media/image5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sv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svg"/><Relationship Id="rId4" Type="http://schemas.openxmlformats.org/officeDocument/2006/relationships/image" Target="../media/image45.svg"/><Relationship Id="rId9" Type="http://schemas.openxmlformats.org/officeDocument/2006/relationships/image" Target="../media/image25.png"/><Relationship Id="rId14" Type="http://schemas.openxmlformats.org/officeDocument/2006/relationships/image" Target="../media/image5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5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svg"/><Relationship Id="rId11" Type="http://schemas.openxmlformats.org/officeDocument/2006/relationships/image" Target="../media/image72.png"/><Relationship Id="rId5" Type="http://schemas.openxmlformats.org/officeDocument/2006/relationships/image" Target="../media/image66.png"/><Relationship Id="rId10" Type="http://schemas.openxmlformats.org/officeDocument/2006/relationships/image" Target="../media/image71.svg"/><Relationship Id="rId4" Type="http://schemas.openxmlformats.org/officeDocument/2006/relationships/image" Target="../media/image65.svg"/><Relationship Id="rId9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sv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svg"/><Relationship Id="rId4" Type="http://schemas.openxmlformats.org/officeDocument/2006/relationships/image" Target="../media/image75.svg"/><Relationship Id="rId9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13" Type="http://schemas.openxmlformats.org/officeDocument/2006/relationships/image" Target="../media/image53.png"/><Relationship Id="rId3" Type="http://schemas.openxmlformats.org/officeDocument/2006/relationships/image" Target="../media/image37.png"/><Relationship Id="rId7" Type="http://schemas.openxmlformats.org/officeDocument/2006/relationships/image" Target="../media/image35.png"/><Relationship Id="rId12" Type="http://schemas.openxmlformats.org/officeDocument/2006/relationships/image" Target="../media/image9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svg"/><Relationship Id="rId11" Type="http://schemas.openxmlformats.org/officeDocument/2006/relationships/image" Target="../media/image89.png"/><Relationship Id="rId5" Type="http://schemas.openxmlformats.org/officeDocument/2006/relationships/image" Target="../media/image39.png"/><Relationship Id="rId10" Type="http://schemas.openxmlformats.org/officeDocument/2006/relationships/image" Target="../media/image88.svg"/><Relationship Id="rId4" Type="http://schemas.openxmlformats.org/officeDocument/2006/relationships/image" Target="../media/image84.svg"/><Relationship Id="rId9" Type="http://schemas.openxmlformats.org/officeDocument/2006/relationships/image" Target="../media/image87.png"/><Relationship Id="rId14" Type="http://schemas.openxmlformats.org/officeDocument/2006/relationships/image" Target="../media/image9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13" Type="http://schemas.openxmlformats.org/officeDocument/2006/relationships/image" Target="../media/image102.png"/><Relationship Id="rId18" Type="http://schemas.openxmlformats.org/officeDocument/2006/relationships/image" Target="../media/image106.sv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sv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sv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39.png"/><Relationship Id="rId10" Type="http://schemas.openxmlformats.org/officeDocument/2006/relationships/image" Target="../media/image99.svg"/><Relationship Id="rId4" Type="http://schemas.openxmlformats.org/officeDocument/2006/relationships/image" Target="../media/image93.svg"/><Relationship Id="rId9" Type="http://schemas.openxmlformats.org/officeDocument/2006/relationships/image" Target="../media/image98.png"/><Relationship Id="rId14" Type="http://schemas.openxmlformats.org/officeDocument/2006/relationships/image" Target="../media/image10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13" Type="http://schemas.openxmlformats.org/officeDocument/2006/relationships/image" Target="../media/image74.png"/><Relationship Id="rId3" Type="http://schemas.openxmlformats.org/officeDocument/2006/relationships/image" Target="../media/image107.png"/><Relationship Id="rId7" Type="http://schemas.openxmlformats.org/officeDocument/2006/relationships/image" Target="../media/image9.png"/><Relationship Id="rId12" Type="http://schemas.openxmlformats.org/officeDocument/2006/relationships/image" Target="../media/image1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svg"/><Relationship Id="rId11" Type="http://schemas.openxmlformats.org/officeDocument/2006/relationships/image" Target="../media/image111.png"/><Relationship Id="rId5" Type="http://schemas.openxmlformats.org/officeDocument/2006/relationships/image" Target="../media/image7.png"/><Relationship Id="rId15" Type="http://schemas.openxmlformats.org/officeDocument/2006/relationships/image" Target="../media/image114.png"/><Relationship Id="rId10" Type="http://schemas.openxmlformats.org/officeDocument/2006/relationships/image" Target="../media/image93.svg"/><Relationship Id="rId4" Type="http://schemas.openxmlformats.org/officeDocument/2006/relationships/image" Target="../media/image108.svg"/><Relationship Id="rId9" Type="http://schemas.openxmlformats.org/officeDocument/2006/relationships/image" Target="../media/image92.png"/><Relationship Id="rId14" Type="http://schemas.openxmlformats.org/officeDocument/2006/relationships/image" Target="../media/image1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3" Type="http://schemas.openxmlformats.org/officeDocument/2006/relationships/image" Target="../media/image107.png"/><Relationship Id="rId7" Type="http://schemas.openxmlformats.org/officeDocument/2006/relationships/image" Target="../media/image9.png"/><Relationship Id="rId12" Type="http://schemas.openxmlformats.org/officeDocument/2006/relationships/image" Target="../media/image112.sv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svg"/><Relationship Id="rId11" Type="http://schemas.openxmlformats.org/officeDocument/2006/relationships/image" Target="../media/image111.png"/><Relationship Id="rId5" Type="http://schemas.openxmlformats.org/officeDocument/2006/relationships/image" Target="../media/image7.png"/><Relationship Id="rId15" Type="http://schemas.openxmlformats.org/officeDocument/2006/relationships/image" Target="../media/image117.svg"/><Relationship Id="rId10" Type="http://schemas.openxmlformats.org/officeDocument/2006/relationships/image" Target="../media/image93.svg"/><Relationship Id="rId4" Type="http://schemas.openxmlformats.org/officeDocument/2006/relationships/image" Target="../media/image108.svg"/><Relationship Id="rId9" Type="http://schemas.openxmlformats.org/officeDocument/2006/relationships/image" Target="../media/image92.png"/><Relationship Id="rId14" Type="http://schemas.openxmlformats.org/officeDocument/2006/relationships/image" Target="../media/image11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13" Type="http://schemas.openxmlformats.org/officeDocument/2006/relationships/image" Target="../media/image117.svg"/><Relationship Id="rId3" Type="http://schemas.openxmlformats.org/officeDocument/2006/relationships/image" Target="../media/image107.png"/><Relationship Id="rId7" Type="http://schemas.openxmlformats.org/officeDocument/2006/relationships/image" Target="../media/image9.png"/><Relationship Id="rId12" Type="http://schemas.openxmlformats.org/officeDocument/2006/relationships/image" Target="../media/image112.svg"/><Relationship Id="rId17" Type="http://schemas.openxmlformats.org/officeDocument/2006/relationships/image" Target="../media/image12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svg"/><Relationship Id="rId11" Type="http://schemas.openxmlformats.org/officeDocument/2006/relationships/image" Target="../media/image111.png"/><Relationship Id="rId5" Type="http://schemas.openxmlformats.org/officeDocument/2006/relationships/image" Target="../media/image7.png"/><Relationship Id="rId15" Type="http://schemas.openxmlformats.org/officeDocument/2006/relationships/image" Target="../media/image113.svg"/><Relationship Id="rId10" Type="http://schemas.openxmlformats.org/officeDocument/2006/relationships/image" Target="../media/image93.svg"/><Relationship Id="rId4" Type="http://schemas.openxmlformats.org/officeDocument/2006/relationships/image" Target="../media/image108.svg"/><Relationship Id="rId9" Type="http://schemas.openxmlformats.org/officeDocument/2006/relationships/image" Target="../media/image92.png"/><Relationship Id="rId1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13" Type="http://schemas.openxmlformats.org/officeDocument/2006/relationships/image" Target="../media/image115.png"/><Relationship Id="rId3" Type="http://schemas.openxmlformats.org/officeDocument/2006/relationships/image" Target="../media/image107.png"/><Relationship Id="rId7" Type="http://schemas.openxmlformats.org/officeDocument/2006/relationships/image" Target="../media/image9.png"/><Relationship Id="rId12" Type="http://schemas.openxmlformats.org/officeDocument/2006/relationships/image" Target="../media/image112.svg"/><Relationship Id="rId17" Type="http://schemas.openxmlformats.org/officeDocument/2006/relationships/image" Target="../media/image12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svg"/><Relationship Id="rId11" Type="http://schemas.openxmlformats.org/officeDocument/2006/relationships/image" Target="../media/image111.png"/><Relationship Id="rId5" Type="http://schemas.openxmlformats.org/officeDocument/2006/relationships/image" Target="../media/image7.png"/><Relationship Id="rId15" Type="http://schemas.openxmlformats.org/officeDocument/2006/relationships/image" Target="../media/image117.svg"/><Relationship Id="rId10" Type="http://schemas.openxmlformats.org/officeDocument/2006/relationships/image" Target="../media/image93.svg"/><Relationship Id="rId4" Type="http://schemas.openxmlformats.org/officeDocument/2006/relationships/image" Target="../media/image108.svg"/><Relationship Id="rId9" Type="http://schemas.openxmlformats.org/officeDocument/2006/relationships/image" Target="../media/image92.png"/><Relationship Id="rId14" Type="http://schemas.openxmlformats.org/officeDocument/2006/relationships/image" Target="../media/image1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svg"/><Relationship Id="rId3" Type="http://schemas.openxmlformats.org/officeDocument/2006/relationships/image" Target="../media/image125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svg"/><Relationship Id="rId5" Type="http://schemas.openxmlformats.org/officeDocument/2006/relationships/image" Target="../media/image9.png"/><Relationship Id="rId10" Type="http://schemas.openxmlformats.org/officeDocument/2006/relationships/image" Target="../media/image131.svg"/><Relationship Id="rId4" Type="http://schemas.openxmlformats.org/officeDocument/2006/relationships/image" Target="../media/image126.svg"/><Relationship Id="rId9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svg"/><Relationship Id="rId3" Type="http://schemas.openxmlformats.org/officeDocument/2006/relationships/image" Target="../media/image76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10" Type="http://schemas.openxmlformats.org/officeDocument/2006/relationships/image" Target="../media/image137.svg"/><Relationship Id="rId4" Type="http://schemas.openxmlformats.org/officeDocument/2006/relationships/image" Target="../media/image77.svg"/><Relationship Id="rId9" Type="http://schemas.openxmlformats.org/officeDocument/2006/relationships/image" Target="../media/image13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5.svg"/><Relationship Id="rId9" Type="http://schemas.openxmlformats.org/officeDocument/2006/relationships/image" Target="../media/image13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svg"/><Relationship Id="rId3" Type="http://schemas.openxmlformats.org/officeDocument/2006/relationships/image" Target="../media/image128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4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svg"/><Relationship Id="rId3" Type="http://schemas.openxmlformats.org/officeDocument/2006/relationships/image" Target="../media/image115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141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svg"/><Relationship Id="rId3" Type="http://schemas.openxmlformats.org/officeDocument/2006/relationships/image" Target="../media/image115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svg"/><Relationship Id="rId5" Type="http://schemas.openxmlformats.org/officeDocument/2006/relationships/image" Target="../media/image60.png"/><Relationship Id="rId4" Type="http://schemas.openxmlformats.org/officeDocument/2006/relationships/image" Target="../media/image11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svg"/><Relationship Id="rId3" Type="http://schemas.openxmlformats.org/officeDocument/2006/relationships/image" Target="../media/image115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svg"/><Relationship Id="rId5" Type="http://schemas.openxmlformats.org/officeDocument/2006/relationships/image" Target="../media/image60.png"/><Relationship Id="rId4" Type="http://schemas.openxmlformats.org/officeDocument/2006/relationships/image" Target="../media/image11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13" Type="http://schemas.openxmlformats.org/officeDocument/2006/relationships/image" Target="../media/image15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12" Type="http://schemas.openxmlformats.org/officeDocument/2006/relationships/image" Target="../media/image14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svg"/><Relationship Id="rId11" Type="http://schemas.openxmlformats.org/officeDocument/2006/relationships/image" Target="../media/image148.png"/><Relationship Id="rId5" Type="http://schemas.openxmlformats.org/officeDocument/2006/relationships/image" Target="../media/image7.png"/><Relationship Id="rId10" Type="http://schemas.openxmlformats.org/officeDocument/2006/relationships/image" Target="../media/image147.svg"/><Relationship Id="rId4" Type="http://schemas.openxmlformats.org/officeDocument/2006/relationships/image" Target="../media/image146.svg"/><Relationship Id="rId9" Type="http://schemas.openxmlformats.org/officeDocument/2006/relationships/image" Target="../media/image11.png"/><Relationship Id="rId14" Type="http://schemas.openxmlformats.org/officeDocument/2006/relationships/image" Target="../media/image15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3" Type="http://schemas.openxmlformats.org/officeDocument/2006/relationships/image" Target="../media/image152.png"/><Relationship Id="rId7" Type="http://schemas.openxmlformats.org/officeDocument/2006/relationships/image" Target="../media/image48.png"/><Relationship Id="rId12" Type="http://schemas.openxmlformats.org/officeDocument/2006/relationships/image" Target="../media/image9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svg"/><Relationship Id="rId11" Type="http://schemas.openxmlformats.org/officeDocument/2006/relationships/image" Target="../media/image53.png"/><Relationship Id="rId5" Type="http://schemas.openxmlformats.org/officeDocument/2006/relationships/image" Target="../media/image46.png"/><Relationship Id="rId10" Type="http://schemas.openxmlformats.org/officeDocument/2006/relationships/image" Target="../media/image157.svg"/><Relationship Id="rId4" Type="http://schemas.openxmlformats.org/officeDocument/2006/relationships/image" Target="../media/image153.svg"/><Relationship Id="rId9" Type="http://schemas.openxmlformats.org/officeDocument/2006/relationships/image" Target="../media/image1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960" y="-160373"/>
            <a:ext cx="16779082" cy="9783656"/>
          </a:xfrm>
          <a:custGeom>
            <a:avLst/>
            <a:gdLst/>
            <a:ahLst/>
            <a:cxnLst/>
            <a:rect l="l" t="t" r="r" b="b"/>
            <a:pathLst>
              <a:path w="16779082" h="9783656">
                <a:moveTo>
                  <a:pt x="0" y="0"/>
                </a:moveTo>
                <a:lnTo>
                  <a:pt x="16779082" y="0"/>
                </a:lnTo>
                <a:lnTo>
                  <a:pt x="16779082" y="9783656"/>
                </a:lnTo>
                <a:lnTo>
                  <a:pt x="0" y="9783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" b="-29"/>
            </a:stretch>
          </a:blipFill>
        </p:spPr>
      </p:sp>
      <p:sp>
        <p:nvSpPr>
          <p:cNvPr id="3" name="Freeform 3"/>
          <p:cNvSpPr/>
          <p:nvPr/>
        </p:nvSpPr>
        <p:spPr>
          <a:xfrm rot="19185409">
            <a:off x="16512143" y="8842335"/>
            <a:ext cx="2141944" cy="1605627"/>
          </a:xfrm>
          <a:custGeom>
            <a:avLst/>
            <a:gdLst/>
            <a:ahLst/>
            <a:cxnLst/>
            <a:rect l="l" t="t" r="r" b="b"/>
            <a:pathLst>
              <a:path w="2141944" h="1605627">
                <a:moveTo>
                  <a:pt x="0" y="0"/>
                </a:moveTo>
                <a:lnTo>
                  <a:pt x="2141944" y="0"/>
                </a:lnTo>
                <a:lnTo>
                  <a:pt x="2141944" y="1605627"/>
                </a:lnTo>
                <a:lnTo>
                  <a:pt x="0" y="16056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99" b="-9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09242" y="836724"/>
            <a:ext cx="2071230" cy="1555120"/>
          </a:xfrm>
          <a:custGeom>
            <a:avLst/>
            <a:gdLst/>
            <a:ahLst/>
            <a:cxnLst/>
            <a:rect l="l" t="t" r="r" b="b"/>
            <a:pathLst>
              <a:path w="2071230" h="1555120">
                <a:moveTo>
                  <a:pt x="0" y="0"/>
                </a:moveTo>
                <a:lnTo>
                  <a:pt x="2071230" y="0"/>
                </a:lnTo>
                <a:lnTo>
                  <a:pt x="2071230" y="1555120"/>
                </a:lnTo>
                <a:lnTo>
                  <a:pt x="0" y="15551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98" b="-98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14554" y="1305886"/>
            <a:ext cx="247934" cy="519408"/>
          </a:xfrm>
          <a:custGeom>
            <a:avLst/>
            <a:gdLst/>
            <a:ahLst/>
            <a:cxnLst/>
            <a:rect l="l" t="t" r="r" b="b"/>
            <a:pathLst>
              <a:path w="247934" h="519408">
                <a:moveTo>
                  <a:pt x="0" y="0"/>
                </a:moveTo>
                <a:lnTo>
                  <a:pt x="247934" y="0"/>
                </a:lnTo>
                <a:lnTo>
                  <a:pt x="247934" y="519408"/>
                </a:lnTo>
                <a:lnTo>
                  <a:pt x="0" y="5194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421" r="-142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12500" y="59770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632180" y="1166170"/>
            <a:ext cx="1229616" cy="1070776"/>
          </a:xfrm>
          <a:custGeom>
            <a:avLst/>
            <a:gdLst/>
            <a:ahLst/>
            <a:cxnLst/>
            <a:rect l="l" t="t" r="r" b="b"/>
            <a:pathLst>
              <a:path w="1229616" h="1070776">
                <a:moveTo>
                  <a:pt x="0" y="0"/>
                </a:moveTo>
                <a:lnTo>
                  <a:pt x="1229616" y="0"/>
                </a:lnTo>
                <a:lnTo>
                  <a:pt x="1229616" y="1070776"/>
                </a:lnTo>
                <a:lnTo>
                  <a:pt x="0" y="10707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91" r="-9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00860" y="1303621"/>
            <a:ext cx="11977920" cy="2808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Influencer Profiling System Using Machine Learning and Deep Learning Techniques</a:t>
            </a:r>
            <a:endParaRPr lang="en-US" sz="6000" b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330314" y="4604149"/>
            <a:ext cx="5547187" cy="258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  Team Members:</a:t>
            </a:r>
            <a:endParaRPr lang="en-US" sz="32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</a:endParaRPr>
          </a:p>
          <a:p>
            <a:pPr>
              <a:lnSpc>
                <a:spcPts val="2879"/>
              </a:lnSpc>
            </a:pPr>
            <a:endParaRPr lang="en-US" sz="3200" b="1">
              <a:solidFill>
                <a:srgbClr val="000000"/>
              </a:solidFill>
              <a:latin typeface="Times New Roman Bold"/>
              <a:ea typeface="Times New Roman"/>
              <a:cs typeface="Times New Roman Bold"/>
              <a:sym typeface="Times New Roman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Shailesh Singh (A004)</a:t>
            </a: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Mrunal </a:t>
            </a:r>
            <a:r>
              <a:rPr lang="en-US" sz="24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Ghadigaonkar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(A005)</a:t>
            </a: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Sailee </a:t>
            </a:r>
            <a:r>
              <a:rPr lang="en-US" sz="24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Shedge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(A006)</a:t>
            </a: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Parth </a:t>
            </a:r>
            <a:r>
              <a:rPr lang="en-US" sz="240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Walawalkar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(A021)</a:t>
            </a: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89560" lvl="1" indent="-1447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Anushka Sawant (A022)</a:t>
            </a:r>
            <a:endParaRPr lang="en-US" sz="240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6D82E-05B4-D6CB-B32B-83CCA841E138}"/>
              </a:ext>
            </a:extLst>
          </p:cNvPr>
          <p:cNvSpPr txBox="1"/>
          <p:nvPr/>
        </p:nvSpPr>
        <p:spPr>
          <a:xfrm>
            <a:off x="10575450" y="5228822"/>
            <a:ext cx="9144000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3200" b="1">
                <a:latin typeface="Times New Roman"/>
                <a:cs typeface="Times New Roman"/>
              </a:rPr>
              <a:t>Mentor:</a:t>
            </a:r>
            <a:endParaRPr lang="en-US" sz="3200" b="1">
              <a:latin typeface="Times New Roman"/>
              <a:ea typeface="Calibri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Professor Shraddha Sarode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B32F0BCD-7672-3471-145E-AE3BD4BF3912}"/>
              </a:ext>
            </a:extLst>
          </p:cNvPr>
          <p:cNvSpPr/>
          <p:nvPr/>
        </p:nvSpPr>
        <p:spPr>
          <a:xfrm>
            <a:off x="360623" y="7617098"/>
            <a:ext cx="3624272" cy="2129822"/>
          </a:xfrm>
          <a:custGeom>
            <a:avLst/>
            <a:gdLst/>
            <a:ahLst/>
            <a:cxnLst/>
            <a:rect l="l" t="t" r="r" b="b"/>
            <a:pathLst>
              <a:path w="4337194" h="3047898">
                <a:moveTo>
                  <a:pt x="0" y="0"/>
                </a:moveTo>
                <a:lnTo>
                  <a:pt x="4337194" y="0"/>
                </a:lnTo>
                <a:lnTo>
                  <a:pt x="4337194" y="3047898"/>
                </a:lnTo>
                <a:lnTo>
                  <a:pt x="0" y="30478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69" r="-69"/>
            </a:stretch>
          </a:blipFill>
        </p:spPr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1E679F31-AB82-2457-9B20-EC9C76E14C09}"/>
              </a:ext>
            </a:extLst>
          </p:cNvPr>
          <p:cNvSpPr/>
          <p:nvPr/>
        </p:nvSpPr>
        <p:spPr>
          <a:xfrm>
            <a:off x="7050418" y="7539794"/>
            <a:ext cx="3347150" cy="2436696"/>
          </a:xfrm>
          <a:custGeom>
            <a:avLst/>
            <a:gdLst/>
            <a:ahLst/>
            <a:cxnLst/>
            <a:rect l="l" t="t" r="r" b="b"/>
            <a:pathLst>
              <a:path w="4193610" h="3196653">
                <a:moveTo>
                  <a:pt x="0" y="0"/>
                </a:moveTo>
                <a:lnTo>
                  <a:pt x="4193610" y="0"/>
                </a:lnTo>
                <a:lnTo>
                  <a:pt x="4193610" y="3196653"/>
                </a:lnTo>
                <a:lnTo>
                  <a:pt x="0" y="319665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23" r="-23"/>
            </a:stretch>
          </a:blipFill>
        </p:spPr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F8CF7556-2A74-3F51-3786-9317AB2DCC96}"/>
              </a:ext>
            </a:extLst>
          </p:cNvPr>
          <p:cNvSpPr/>
          <p:nvPr/>
        </p:nvSpPr>
        <p:spPr>
          <a:xfrm>
            <a:off x="13463091" y="7645728"/>
            <a:ext cx="3031378" cy="2224828"/>
          </a:xfrm>
          <a:custGeom>
            <a:avLst/>
            <a:gdLst/>
            <a:ahLst/>
            <a:cxnLst/>
            <a:rect l="l" t="t" r="r" b="b"/>
            <a:pathLst>
              <a:path w="4429176" h="3067100">
                <a:moveTo>
                  <a:pt x="0" y="0"/>
                </a:moveTo>
                <a:lnTo>
                  <a:pt x="4429176" y="0"/>
                </a:lnTo>
                <a:lnTo>
                  <a:pt x="4429176" y="3067100"/>
                </a:lnTo>
                <a:lnTo>
                  <a:pt x="0" y="30671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t="-47" b="-4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05678" y="676678"/>
            <a:ext cx="1055784" cy="1047410"/>
          </a:xfrm>
          <a:custGeom>
            <a:avLst/>
            <a:gdLst/>
            <a:ahLst/>
            <a:cxnLst/>
            <a:rect l="l" t="t" r="r" b="b"/>
            <a:pathLst>
              <a:path w="1055784" h="1047410">
                <a:moveTo>
                  <a:pt x="0" y="0"/>
                </a:moveTo>
                <a:lnTo>
                  <a:pt x="1055784" y="0"/>
                </a:lnTo>
                <a:lnTo>
                  <a:pt x="1055784" y="1047410"/>
                </a:lnTo>
                <a:lnTo>
                  <a:pt x="0" y="10474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4" r="-5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552549" y="993492"/>
            <a:ext cx="492400" cy="564500"/>
          </a:xfrm>
          <a:custGeom>
            <a:avLst/>
            <a:gdLst/>
            <a:ahLst/>
            <a:cxnLst/>
            <a:rect l="l" t="t" r="r" b="b"/>
            <a:pathLst>
              <a:path w="492400" h="564500">
                <a:moveTo>
                  <a:pt x="0" y="0"/>
                </a:moveTo>
                <a:lnTo>
                  <a:pt x="492400" y="0"/>
                </a:lnTo>
                <a:lnTo>
                  <a:pt x="492400" y="564500"/>
                </a:lnTo>
                <a:lnTo>
                  <a:pt x="0" y="56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23" b="-32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958739" y="218028"/>
            <a:ext cx="612860" cy="665673"/>
          </a:xfrm>
          <a:custGeom>
            <a:avLst/>
            <a:gdLst/>
            <a:ahLst/>
            <a:cxnLst/>
            <a:rect l="l" t="t" r="r" b="b"/>
            <a:pathLst>
              <a:path w="612860" h="665673">
                <a:moveTo>
                  <a:pt x="0" y="0"/>
                </a:moveTo>
                <a:lnTo>
                  <a:pt x="612860" y="0"/>
                </a:lnTo>
                <a:lnTo>
                  <a:pt x="612860" y="665673"/>
                </a:lnTo>
                <a:lnTo>
                  <a:pt x="0" y="665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29" r="-42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7625" y="695558"/>
            <a:ext cx="6459155" cy="1366446"/>
          </a:xfrm>
          <a:custGeom>
            <a:avLst/>
            <a:gdLst/>
            <a:ahLst/>
            <a:cxnLst/>
            <a:rect l="l" t="t" r="r" b="b"/>
            <a:pathLst>
              <a:path w="6459155" h="1366446">
                <a:moveTo>
                  <a:pt x="0" y="0"/>
                </a:moveTo>
                <a:lnTo>
                  <a:pt x="6459155" y="0"/>
                </a:lnTo>
                <a:lnTo>
                  <a:pt x="6459155" y="1366447"/>
                </a:lnTo>
                <a:lnTo>
                  <a:pt x="0" y="13664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8053" r="-2805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2822897" y="457434"/>
            <a:ext cx="15140200" cy="1148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33"/>
              </a:lnSpc>
            </a:pPr>
            <a:r>
              <a:rPr lang="en-US" sz="5999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 of Contents</a:t>
            </a:r>
          </a:p>
        </p:txBody>
      </p:sp>
      <p:sp>
        <p:nvSpPr>
          <p:cNvPr id="7" name="Freeform 7"/>
          <p:cNvSpPr/>
          <p:nvPr/>
        </p:nvSpPr>
        <p:spPr>
          <a:xfrm>
            <a:off x="13839687" y="6971885"/>
            <a:ext cx="4572000" cy="3271750"/>
          </a:xfrm>
          <a:custGeom>
            <a:avLst/>
            <a:gdLst/>
            <a:ahLst/>
            <a:cxnLst/>
            <a:rect l="l" t="t" r="r" b="b"/>
            <a:pathLst>
              <a:path w="4572000" h="3271750">
                <a:moveTo>
                  <a:pt x="0" y="0"/>
                </a:moveTo>
                <a:lnTo>
                  <a:pt x="4572000" y="0"/>
                </a:lnTo>
                <a:lnTo>
                  <a:pt x="4572000" y="3271750"/>
                </a:lnTo>
                <a:lnTo>
                  <a:pt x="0" y="3271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6042" b="-6042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318843" y="2987465"/>
            <a:ext cx="14792985" cy="4854086"/>
            <a:chOff x="0" y="-28575"/>
            <a:chExt cx="19723980" cy="6472115"/>
          </a:xfrm>
        </p:grpSpPr>
        <p:sp>
          <p:nvSpPr>
            <p:cNvPr id="9" name="TextBox 9"/>
            <p:cNvSpPr txBox="1"/>
            <p:nvPr/>
          </p:nvSpPr>
          <p:spPr>
            <a:xfrm>
              <a:off x="1121020" y="-28575"/>
              <a:ext cx="5242560" cy="841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Introduction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56855" y="1779448"/>
              <a:ext cx="6156960" cy="85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Data Description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68507" y="3624316"/>
              <a:ext cx="6360160" cy="85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Data Preprocessing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6420" y="5369093"/>
              <a:ext cx="7884160" cy="85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Embedding Generation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28620" y="27854"/>
              <a:ext cx="8595360" cy="85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Machine Learning Approach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03220" y="1816186"/>
              <a:ext cx="8087360" cy="85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Deep Learning Approach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28620" y="3580761"/>
              <a:ext cx="4632960" cy="85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Comparison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54020" y="5369093"/>
              <a:ext cx="5852160" cy="850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Conclusion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57091"/>
              <a:ext cx="1416907" cy="1027032"/>
            </a:xfrm>
            <a:custGeom>
              <a:avLst/>
              <a:gdLst/>
              <a:ahLst/>
              <a:cxnLst/>
              <a:rect l="l" t="t" r="r" b="b"/>
              <a:pathLst>
                <a:path w="1416907" h="1027032">
                  <a:moveTo>
                    <a:pt x="0" y="0"/>
                  </a:moveTo>
                  <a:lnTo>
                    <a:pt x="1416907" y="0"/>
                  </a:lnTo>
                  <a:lnTo>
                    <a:pt x="1416907" y="1027032"/>
                  </a:lnTo>
                  <a:lnTo>
                    <a:pt x="0" y="10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369760" y="28516"/>
              <a:ext cx="677386" cy="841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2975" y="1844761"/>
              <a:ext cx="1373932" cy="995882"/>
            </a:xfrm>
            <a:custGeom>
              <a:avLst/>
              <a:gdLst/>
              <a:ahLst/>
              <a:cxnLst/>
              <a:rect l="l" t="t" r="r" b="b"/>
              <a:pathLst>
                <a:path w="1373932" h="995882">
                  <a:moveTo>
                    <a:pt x="0" y="0"/>
                  </a:moveTo>
                  <a:lnTo>
                    <a:pt x="1373932" y="0"/>
                  </a:lnTo>
                  <a:lnTo>
                    <a:pt x="1373932" y="995882"/>
                  </a:lnTo>
                  <a:lnTo>
                    <a:pt x="0" y="995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443634" y="1825362"/>
              <a:ext cx="677386" cy="841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3651054"/>
              <a:ext cx="1330429" cy="964349"/>
            </a:xfrm>
            <a:custGeom>
              <a:avLst/>
              <a:gdLst/>
              <a:ahLst/>
              <a:cxnLst/>
              <a:rect l="l" t="t" r="r" b="b"/>
              <a:pathLst>
                <a:path w="1330429" h="964349">
                  <a:moveTo>
                    <a:pt x="0" y="0"/>
                  </a:moveTo>
                  <a:lnTo>
                    <a:pt x="1330429" y="0"/>
                  </a:lnTo>
                  <a:lnTo>
                    <a:pt x="1330429" y="964349"/>
                  </a:lnTo>
                  <a:lnTo>
                    <a:pt x="0" y="964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271041" y="3602229"/>
              <a:ext cx="699997" cy="868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60"/>
                </a:lnSpc>
                <a:spcBef>
                  <a:spcPct val="0"/>
                </a:spcBef>
              </a:pPr>
              <a:r>
                <a:rPr lang="en-US" sz="413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2975" y="5416508"/>
              <a:ext cx="1416907" cy="1027032"/>
            </a:xfrm>
            <a:custGeom>
              <a:avLst/>
              <a:gdLst/>
              <a:ahLst/>
              <a:cxnLst/>
              <a:rect l="l" t="t" r="r" b="b"/>
              <a:pathLst>
                <a:path w="1416907" h="1027032">
                  <a:moveTo>
                    <a:pt x="0" y="0"/>
                  </a:moveTo>
                  <a:lnTo>
                    <a:pt x="1416907" y="0"/>
                  </a:lnTo>
                  <a:lnTo>
                    <a:pt x="1416907" y="1027032"/>
                  </a:lnTo>
                  <a:lnTo>
                    <a:pt x="0" y="10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412735" y="5387933"/>
              <a:ext cx="677386" cy="841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10031923" y="1903783"/>
              <a:ext cx="1330429" cy="964349"/>
            </a:xfrm>
            <a:custGeom>
              <a:avLst/>
              <a:gdLst/>
              <a:ahLst/>
              <a:cxnLst/>
              <a:rect l="l" t="t" r="r" b="b"/>
              <a:pathLst>
                <a:path w="1330429" h="964349">
                  <a:moveTo>
                    <a:pt x="0" y="0"/>
                  </a:moveTo>
                  <a:lnTo>
                    <a:pt x="1330428" y="0"/>
                  </a:lnTo>
                  <a:lnTo>
                    <a:pt x="1330428" y="964349"/>
                  </a:lnTo>
                  <a:lnTo>
                    <a:pt x="0" y="964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0347138" y="1788697"/>
              <a:ext cx="699997" cy="8684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60"/>
                </a:lnSpc>
                <a:spcBef>
                  <a:spcPct val="0"/>
                </a:spcBef>
              </a:pPr>
              <a:r>
                <a:rPr lang="en-US" sz="413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9988420" y="88241"/>
              <a:ext cx="1373932" cy="995882"/>
            </a:xfrm>
            <a:custGeom>
              <a:avLst/>
              <a:gdLst/>
              <a:ahLst/>
              <a:cxnLst/>
              <a:rect l="l" t="t" r="r" b="b"/>
              <a:pathLst>
                <a:path w="1373932" h="995882">
                  <a:moveTo>
                    <a:pt x="0" y="0"/>
                  </a:moveTo>
                  <a:lnTo>
                    <a:pt x="1373931" y="0"/>
                  </a:lnTo>
                  <a:lnTo>
                    <a:pt x="1373931" y="995882"/>
                  </a:lnTo>
                  <a:lnTo>
                    <a:pt x="0" y="995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10389079" y="68841"/>
              <a:ext cx="677386" cy="841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9966932" y="3576457"/>
              <a:ext cx="1416907" cy="1027032"/>
            </a:xfrm>
            <a:custGeom>
              <a:avLst/>
              <a:gdLst/>
              <a:ahLst/>
              <a:cxnLst/>
              <a:rect l="l" t="t" r="r" b="b"/>
              <a:pathLst>
                <a:path w="1416907" h="1027032">
                  <a:moveTo>
                    <a:pt x="0" y="0"/>
                  </a:moveTo>
                  <a:lnTo>
                    <a:pt x="1416907" y="0"/>
                  </a:lnTo>
                  <a:lnTo>
                    <a:pt x="1416907" y="1027032"/>
                  </a:lnTo>
                  <a:lnTo>
                    <a:pt x="0" y="1027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10336692" y="3547882"/>
              <a:ext cx="677386" cy="841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07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9966932" y="5365489"/>
              <a:ext cx="1373932" cy="995882"/>
            </a:xfrm>
            <a:custGeom>
              <a:avLst/>
              <a:gdLst/>
              <a:ahLst/>
              <a:cxnLst/>
              <a:rect l="l" t="t" r="r" b="b"/>
              <a:pathLst>
                <a:path w="1373932" h="995882">
                  <a:moveTo>
                    <a:pt x="0" y="0"/>
                  </a:moveTo>
                  <a:lnTo>
                    <a:pt x="1373932" y="0"/>
                  </a:lnTo>
                  <a:lnTo>
                    <a:pt x="1373932" y="995882"/>
                  </a:lnTo>
                  <a:lnTo>
                    <a:pt x="0" y="995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-37" r="-3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10367591" y="5346090"/>
              <a:ext cx="677386" cy="841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7038" y="1244167"/>
            <a:ext cx="13945350" cy="1453384"/>
            <a:chOff x="0" y="0"/>
            <a:chExt cx="18593800" cy="1937845"/>
          </a:xfrm>
        </p:grpSpPr>
        <p:sp>
          <p:nvSpPr>
            <p:cNvPr id="3" name="Freeform 3"/>
            <p:cNvSpPr/>
            <p:nvPr/>
          </p:nvSpPr>
          <p:spPr>
            <a:xfrm>
              <a:off x="4569907" y="0"/>
              <a:ext cx="8850980" cy="1937845"/>
            </a:xfrm>
            <a:custGeom>
              <a:avLst/>
              <a:gdLst/>
              <a:ahLst/>
              <a:cxnLst/>
              <a:rect l="l" t="t" r="r" b="b"/>
              <a:pathLst>
                <a:path w="8850980" h="1937845">
                  <a:moveTo>
                    <a:pt x="0" y="0"/>
                  </a:moveTo>
                  <a:lnTo>
                    <a:pt x="8850981" y="0"/>
                  </a:lnTo>
                  <a:lnTo>
                    <a:pt x="8850981" y="1937845"/>
                  </a:lnTo>
                  <a:lnTo>
                    <a:pt x="0" y="1937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79" b="-7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593800" cy="1257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775438" y="8949665"/>
            <a:ext cx="953025" cy="985135"/>
          </a:xfrm>
          <a:custGeom>
            <a:avLst/>
            <a:gdLst/>
            <a:ahLst/>
            <a:cxnLst/>
            <a:rect l="l" t="t" r="r" b="b"/>
            <a:pathLst>
              <a:path w="953025" h="985135">
                <a:moveTo>
                  <a:pt x="0" y="0"/>
                </a:moveTo>
                <a:lnTo>
                  <a:pt x="953025" y="0"/>
                </a:lnTo>
                <a:lnTo>
                  <a:pt x="953025" y="985135"/>
                </a:lnTo>
                <a:lnTo>
                  <a:pt x="0" y="985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473" b="-47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75438" y="707116"/>
            <a:ext cx="1251600" cy="1509750"/>
          </a:xfrm>
          <a:custGeom>
            <a:avLst/>
            <a:gdLst/>
            <a:ahLst/>
            <a:cxnLst/>
            <a:rect l="l" t="t" r="r" b="b"/>
            <a:pathLst>
              <a:path w="1251600" h="1509750">
                <a:moveTo>
                  <a:pt x="0" y="0"/>
                </a:moveTo>
                <a:lnTo>
                  <a:pt x="1251600" y="0"/>
                </a:lnTo>
                <a:lnTo>
                  <a:pt x="1251600" y="1509750"/>
                </a:lnTo>
                <a:lnTo>
                  <a:pt x="0" y="1509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1" r="-7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44210" y="7584764"/>
            <a:ext cx="6111622" cy="4802138"/>
          </a:xfrm>
          <a:custGeom>
            <a:avLst/>
            <a:gdLst/>
            <a:ahLst/>
            <a:cxnLst/>
            <a:rect l="l" t="t" r="r" b="b"/>
            <a:pathLst>
              <a:path w="6111622" h="4802138">
                <a:moveTo>
                  <a:pt x="0" y="0"/>
                </a:moveTo>
                <a:lnTo>
                  <a:pt x="6111622" y="0"/>
                </a:lnTo>
                <a:lnTo>
                  <a:pt x="6111622" y="4802138"/>
                </a:lnTo>
                <a:lnTo>
                  <a:pt x="0" y="48021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5" r="-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3333" y="2709857"/>
            <a:ext cx="16133387" cy="735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2965" lvl="1" indent="-431165" algn="l">
              <a:lnSpc>
                <a:spcPts val="4799"/>
              </a:lnSpc>
              <a:buFont typeface="Arial"/>
              <a:buChar char="•"/>
            </a:pPr>
            <a:r>
              <a:rPr lang="en-US" sz="3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Influencer marketing is one of the fastest-growing areas in digital media, expected to grow by 25–30% every year till 2025</a:t>
            </a:r>
            <a:endParaRPr lang="en-US" sz="3950"/>
          </a:p>
          <a:p>
            <a:pPr marL="862965" lvl="1" indent="-431165">
              <a:lnSpc>
                <a:spcPts val="4799"/>
              </a:lnSpc>
              <a:buFont typeface="Arial"/>
              <a:buChar char="•"/>
            </a:pPr>
            <a:endParaRPr lang="en-US" sz="3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2965" lvl="1" indent="-431165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71% of marketers plan to increase their influencer marketing budget and 26% of brands spend over 40% of their marketing money on influencers</a:t>
            </a: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862965" lvl="1" indent="-431165">
              <a:lnSpc>
                <a:spcPts val="4799"/>
              </a:lnSpc>
              <a:buFont typeface="Arial"/>
              <a:buChar char="•"/>
            </a:pPr>
            <a:endParaRPr lang="en-US" sz="3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2965" lvl="1" indent="-431165" algn="l">
              <a:lnSpc>
                <a:spcPts val="4799"/>
              </a:lnSpc>
              <a:buFont typeface="Arial"/>
              <a:buChar char="•"/>
            </a:pPr>
            <a:r>
              <a:rPr lang="en-US" sz="3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proposes an automated influencer profiling framework using data-driven models</a:t>
            </a:r>
            <a:endParaRPr lang="en-US" sz="395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5971064" y="8227033"/>
            <a:ext cx="2316936" cy="2059967"/>
          </a:xfrm>
          <a:custGeom>
            <a:avLst/>
            <a:gdLst/>
            <a:ahLst/>
            <a:cxnLst/>
            <a:rect l="l" t="t" r="r" b="b"/>
            <a:pathLst>
              <a:path w="2316936" h="2059967">
                <a:moveTo>
                  <a:pt x="0" y="0"/>
                </a:moveTo>
                <a:lnTo>
                  <a:pt x="2316936" y="0"/>
                </a:lnTo>
                <a:lnTo>
                  <a:pt x="2316936" y="2059967"/>
                </a:lnTo>
                <a:lnTo>
                  <a:pt x="0" y="2059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8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3589" y="1016166"/>
            <a:ext cx="16779082" cy="9783656"/>
          </a:xfrm>
          <a:custGeom>
            <a:avLst/>
            <a:gdLst/>
            <a:ahLst/>
            <a:cxnLst/>
            <a:rect l="l" t="t" r="r" b="b"/>
            <a:pathLst>
              <a:path w="16779082" h="9783656">
                <a:moveTo>
                  <a:pt x="0" y="0"/>
                </a:moveTo>
                <a:lnTo>
                  <a:pt x="16779081" y="0"/>
                </a:lnTo>
                <a:lnTo>
                  <a:pt x="16779081" y="9783656"/>
                </a:lnTo>
                <a:lnTo>
                  <a:pt x="0" y="9783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" b="-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10100" y="1437860"/>
            <a:ext cx="934352" cy="962688"/>
          </a:xfrm>
          <a:custGeom>
            <a:avLst/>
            <a:gdLst/>
            <a:ahLst/>
            <a:cxnLst/>
            <a:rect l="l" t="t" r="r" b="b"/>
            <a:pathLst>
              <a:path w="934352" h="962688">
                <a:moveTo>
                  <a:pt x="0" y="0"/>
                </a:moveTo>
                <a:lnTo>
                  <a:pt x="934352" y="0"/>
                </a:lnTo>
                <a:lnTo>
                  <a:pt x="934352" y="962688"/>
                </a:lnTo>
                <a:lnTo>
                  <a:pt x="0" y="962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r="-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8566" y="8802890"/>
            <a:ext cx="1055784" cy="1047410"/>
          </a:xfrm>
          <a:custGeom>
            <a:avLst/>
            <a:gdLst/>
            <a:ahLst/>
            <a:cxnLst/>
            <a:rect l="l" t="t" r="r" b="b"/>
            <a:pathLst>
              <a:path w="1055784" h="1047410">
                <a:moveTo>
                  <a:pt x="0" y="0"/>
                </a:moveTo>
                <a:lnTo>
                  <a:pt x="1055784" y="0"/>
                </a:lnTo>
                <a:lnTo>
                  <a:pt x="1055784" y="1047410"/>
                </a:lnTo>
                <a:lnTo>
                  <a:pt x="0" y="10474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4" r="-5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43552" y="1919204"/>
            <a:ext cx="6459155" cy="1366446"/>
          </a:xfrm>
          <a:custGeom>
            <a:avLst/>
            <a:gdLst/>
            <a:ahLst/>
            <a:cxnLst/>
            <a:rect l="l" t="t" r="r" b="b"/>
            <a:pathLst>
              <a:path w="6459155" h="1366446">
                <a:moveTo>
                  <a:pt x="0" y="0"/>
                </a:moveTo>
                <a:lnTo>
                  <a:pt x="6459155" y="0"/>
                </a:lnTo>
                <a:lnTo>
                  <a:pt x="6459155" y="1366446"/>
                </a:lnTo>
                <a:lnTo>
                  <a:pt x="0" y="13664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28053" r="-2805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359344" y="1890629"/>
            <a:ext cx="3427571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42698" y="4034004"/>
            <a:ext cx="13073398" cy="395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2965" lvl="1" indent="-431800" algn="l">
              <a:lnSpc>
                <a:spcPts val="5199"/>
              </a:lnSpc>
              <a:buFont typeface="Arial"/>
              <a:buChar char="•"/>
            </a:pPr>
            <a:r>
              <a:rPr lang="en-US" sz="3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automated framework for classifying social media influencers using textual and visual data.</a:t>
            </a:r>
            <a:endParaRPr lang="en-US" sz="3950"/>
          </a:p>
          <a:p>
            <a:pPr marL="862965" lvl="1" indent="-431800">
              <a:lnSpc>
                <a:spcPts val="5199"/>
              </a:lnSpc>
              <a:buFont typeface="Arial"/>
              <a:buChar char="•"/>
            </a:pPr>
            <a:endParaRPr lang="en-US" sz="3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2965" lvl="1" indent="-431800" algn="l">
              <a:lnSpc>
                <a:spcPts val="5199"/>
              </a:lnSpc>
              <a:buFont typeface="Arial"/>
              <a:buChar char="•"/>
            </a:pPr>
            <a:r>
              <a:rPr lang="en-US" sz="3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assist brands in identifying suitable influencers for targeted marketing campaigns.</a:t>
            </a:r>
            <a:endParaRPr lang="en-US" sz="395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ts val="51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230566" y="6129338"/>
            <a:ext cx="4290271" cy="4157662"/>
          </a:xfrm>
          <a:custGeom>
            <a:avLst/>
            <a:gdLst/>
            <a:ahLst/>
            <a:cxnLst/>
            <a:rect l="l" t="t" r="r" b="b"/>
            <a:pathLst>
              <a:path w="4290271" h="4157662">
                <a:moveTo>
                  <a:pt x="0" y="0"/>
                </a:moveTo>
                <a:lnTo>
                  <a:pt x="4290270" y="0"/>
                </a:lnTo>
                <a:lnTo>
                  <a:pt x="4290270" y="4157662"/>
                </a:lnTo>
                <a:lnTo>
                  <a:pt x="0" y="41576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77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-138196"/>
            <a:ext cx="3133523" cy="3301039"/>
          </a:xfrm>
          <a:custGeom>
            <a:avLst/>
            <a:gdLst/>
            <a:ahLst/>
            <a:cxnLst/>
            <a:rect l="l" t="t" r="r" b="b"/>
            <a:pathLst>
              <a:path w="3133523" h="3301039">
                <a:moveTo>
                  <a:pt x="0" y="0"/>
                </a:moveTo>
                <a:lnTo>
                  <a:pt x="3133523" y="0"/>
                </a:lnTo>
                <a:lnTo>
                  <a:pt x="3133523" y="3301039"/>
                </a:lnTo>
                <a:lnTo>
                  <a:pt x="0" y="33010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067400" y="-6467780"/>
            <a:ext cx="16896375" cy="18498708"/>
          </a:xfrm>
          <a:custGeom>
            <a:avLst/>
            <a:gdLst/>
            <a:ahLst/>
            <a:cxnLst/>
            <a:rect l="l" t="t" r="r" b="b"/>
            <a:pathLst>
              <a:path w="16896375" h="18498708">
                <a:moveTo>
                  <a:pt x="0" y="0"/>
                </a:moveTo>
                <a:lnTo>
                  <a:pt x="16896375" y="0"/>
                </a:lnTo>
                <a:lnTo>
                  <a:pt x="16896375" y="18498708"/>
                </a:lnTo>
                <a:lnTo>
                  <a:pt x="0" y="18498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9" b="-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98772" y="678850"/>
            <a:ext cx="13945350" cy="1453384"/>
            <a:chOff x="0" y="0"/>
            <a:chExt cx="18593800" cy="1937845"/>
          </a:xfrm>
        </p:grpSpPr>
        <p:sp>
          <p:nvSpPr>
            <p:cNvPr id="4" name="Freeform 4"/>
            <p:cNvSpPr/>
            <p:nvPr/>
          </p:nvSpPr>
          <p:spPr>
            <a:xfrm>
              <a:off x="4569907" y="0"/>
              <a:ext cx="8850980" cy="1937845"/>
            </a:xfrm>
            <a:custGeom>
              <a:avLst/>
              <a:gdLst/>
              <a:ahLst/>
              <a:cxnLst/>
              <a:rect l="l" t="t" r="r" b="b"/>
              <a:pathLst>
                <a:path w="8850980" h="1937845">
                  <a:moveTo>
                    <a:pt x="0" y="0"/>
                  </a:moveTo>
                  <a:lnTo>
                    <a:pt x="8850981" y="0"/>
                  </a:lnTo>
                  <a:lnTo>
                    <a:pt x="8850981" y="1937845"/>
                  </a:lnTo>
                  <a:lnTo>
                    <a:pt x="0" y="1937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79" b="-7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93800" cy="1257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Paper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752428" y="2132234"/>
            <a:ext cx="10994039" cy="7596930"/>
          </a:xfrm>
          <a:custGeom>
            <a:avLst/>
            <a:gdLst/>
            <a:ahLst/>
            <a:cxnLst/>
            <a:rect l="l" t="t" r="r" b="b"/>
            <a:pathLst>
              <a:path w="10994039" h="7596930">
                <a:moveTo>
                  <a:pt x="0" y="0"/>
                </a:moveTo>
                <a:lnTo>
                  <a:pt x="10994038" y="0"/>
                </a:lnTo>
                <a:lnTo>
                  <a:pt x="10994038" y="7596930"/>
                </a:lnTo>
                <a:lnTo>
                  <a:pt x="0" y="75969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095" r="-518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746466" y="2579460"/>
            <a:ext cx="6336584" cy="6121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endParaRPr/>
          </a:p>
          <a:p>
            <a:pPr marL="862965" lvl="1" indent="-431165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Multimodal Post Attentive Profiling for Influencer Marketing</a:t>
            </a: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862965" lvl="1" indent="-431165">
              <a:lnSpc>
                <a:spcPts val="4799"/>
              </a:lnSpc>
              <a:buFont typeface="Arial"/>
              <a:buChar char="•"/>
            </a:pPr>
            <a:endParaRPr lang="en-US" sz="3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2965" lvl="1" indent="-431165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Authors: Seungbae Kim, Jyuy-Yu Jiang, Masaki Nakada, Jinyoung Han and Wei Wang</a:t>
            </a: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7195" y="-437141"/>
            <a:ext cx="2207119" cy="2207119"/>
          </a:xfrm>
          <a:custGeom>
            <a:avLst/>
            <a:gdLst/>
            <a:ahLst/>
            <a:cxnLst/>
            <a:rect l="l" t="t" r="r" b="b"/>
            <a:pathLst>
              <a:path w="2207119" h="2207119">
                <a:moveTo>
                  <a:pt x="0" y="0"/>
                </a:moveTo>
                <a:lnTo>
                  <a:pt x="2207119" y="0"/>
                </a:lnTo>
                <a:lnTo>
                  <a:pt x="2207119" y="2207119"/>
                </a:lnTo>
                <a:lnTo>
                  <a:pt x="0" y="220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741304" y="351499"/>
            <a:ext cx="10234338" cy="1504080"/>
            <a:chOff x="0" y="0"/>
            <a:chExt cx="13645784" cy="2005439"/>
          </a:xfrm>
        </p:grpSpPr>
        <p:sp>
          <p:nvSpPr>
            <p:cNvPr id="4" name="Freeform 4"/>
            <p:cNvSpPr/>
            <p:nvPr/>
          </p:nvSpPr>
          <p:spPr>
            <a:xfrm>
              <a:off x="637773" y="0"/>
              <a:ext cx="11899088" cy="2005439"/>
            </a:xfrm>
            <a:custGeom>
              <a:avLst/>
              <a:gdLst/>
              <a:ahLst/>
              <a:cxnLst/>
              <a:rect l="l" t="t" r="r" b="b"/>
              <a:pathLst>
                <a:path w="11899088" h="2005439">
                  <a:moveTo>
                    <a:pt x="0" y="0"/>
                  </a:moveTo>
                  <a:lnTo>
                    <a:pt x="11899088" y="0"/>
                  </a:lnTo>
                  <a:lnTo>
                    <a:pt x="11899088" y="2005439"/>
                  </a:lnTo>
                  <a:lnTo>
                    <a:pt x="0" y="200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226" b="-22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645784" cy="1257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00"/>
                </a:lnSpc>
                <a:spcBef>
                  <a:spcPct val="0"/>
                </a:spcBef>
              </a:pPr>
              <a:r>
                <a:rPr lang="en-US" sz="6000" b="1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Description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487813"/>
            <a:ext cx="15877083" cy="860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Post-Level Data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record represents an individual post made by an influencer.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PostID – Unique identifier for each post.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Caption(s) – Text description written by the influencer.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Image(s) – One or multiple images linked to the post.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the content and context of each post.</a:t>
            </a:r>
          </a:p>
          <a:p>
            <a:pPr algn="l">
              <a:lnSpc>
                <a:spcPts val="4560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Influencer-Level Data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overall influencer profile details.</a:t>
            </a:r>
          </a:p>
          <a:p>
            <a:pPr marL="820421" lvl="1" indent="-410210" algn="l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Includes: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Username – Influencer’s Instagram handle.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Followers / Followees count – Social reach metrics.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Count – Total number of posts by influencer.</a:t>
            </a:r>
          </a:p>
          <a:p>
            <a:pPr marL="1640841" lvl="2" indent="-546947" algn="l">
              <a:lnSpc>
                <a:spcPts val="456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– Type of influencer (e.g., Fashion, Food, Fitness, etc.).</a:t>
            </a:r>
          </a:p>
          <a:p>
            <a:pPr marL="820421" lvl="1" indent="-410210" algn="l">
              <a:lnSpc>
                <a:spcPts val="456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analysis at user level beyond individual posts.</a:t>
            </a:r>
          </a:p>
        </p:txBody>
      </p:sp>
      <p:sp>
        <p:nvSpPr>
          <p:cNvPr id="7" name="Freeform 7"/>
          <p:cNvSpPr/>
          <p:nvPr/>
        </p:nvSpPr>
        <p:spPr>
          <a:xfrm>
            <a:off x="13652493" y="3503403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4" y="0"/>
                </a:lnTo>
                <a:lnTo>
                  <a:pt x="4183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1370" y="183109"/>
            <a:ext cx="1440703" cy="1339084"/>
          </a:xfrm>
          <a:custGeom>
            <a:avLst/>
            <a:gdLst/>
            <a:ahLst/>
            <a:cxnLst/>
            <a:rect l="l" t="t" r="r" b="b"/>
            <a:pathLst>
              <a:path w="1440703" h="1339084">
                <a:moveTo>
                  <a:pt x="0" y="0"/>
                </a:moveTo>
                <a:lnTo>
                  <a:pt x="1440703" y="0"/>
                </a:lnTo>
                <a:lnTo>
                  <a:pt x="1440703" y="1339084"/>
                </a:lnTo>
                <a:lnTo>
                  <a:pt x="0" y="133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8" r="-9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4399" y="357256"/>
            <a:ext cx="15252750" cy="1733997"/>
            <a:chOff x="0" y="-12174"/>
            <a:chExt cx="20337000" cy="2311997"/>
          </a:xfrm>
        </p:grpSpPr>
        <p:sp>
          <p:nvSpPr>
            <p:cNvPr id="4" name="Freeform 4"/>
            <p:cNvSpPr/>
            <p:nvPr/>
          </p:nvSpPr>
          <p:spPr>
            <a:xfrm>
              <a:off x="3189100" y="0"/>
              <a:ext cx="13645784" cy="2299823"/>
            </a:xfrm>
            <a:custGeom>
              <a:avLst/>
              <a:gdLst/>
              <a:ahLst/>
              <a:cxnLst/>
              <a:rect l="l" t="t" r="r" b="b"/>
              <a:pathLst>
                <a:path w="13645784" h="2299823">
                  <a:moveTo>
                    <a:pt x="0" y="0"/>
                  </a:moveTo>
                  <a:lnTo>
                    <a:pt x="13645784" y="0"/>
                  </a:lnTo>
                  <a:lnTo>
                    <a:pt x="13645784" y="2299823"/>
                  </a:lnTo>
                  <a:lnTo>
                    <a:pt x="0" y="2299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226" b="-22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2174"/>
              <a:ext cx="20337000" cy="1257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Preprocessing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6496998" y="-4297"/>
            <a:ext cx="1524302" cy="1526413"/>
          </a:xfrm>
          <a:custGeom>
            <a:avLst/>
            <a:gdLst/>
            <a:ahLst/>
            <a:cxnLst/>
            <a:rect l="l" t="t" r="r" b="b"/>
            <a:pathLst>
              <a:path w="1524302" h="1526413">
                <a:moveTo>
                  <a:pt x="0" y="0"/>
                </a:moveTo>
                <a:lnTo>
                  <a:pt x="1524302" y="0"/>
                </a:lnTo>
                <a:lnTo>
                  <a:pt x="1524302" y="1526413"/>
                </a:lnTo>
                <a:lnTo>
                  <a:pt x="0" y="15264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9" r="-69"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388354"/>
              </p:ext>
            </p:extLst>
          </p:nvPr>
        </p:nvGraphicFramePr>
        <p:xfrm>
          <a:off x="1517625" y="2084377"/>
          <a:ext cx="15269889" cy="8035699"/>
        </p:xfrm>
        <a:graphic>
          <a:graphicData uri="http://schemas.openxmlformats.org/drawingml/2006/table">
            <a:tbl>
              <a:tblPr/>
              <a:tblGrid>
                <a:gridCol w="7320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9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7414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Text (Captions)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   Images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3453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Removal of URLs, hyperlinks, extra spaces, punctuation and special symbols.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Resizing all images to 299×299 pixels.</a:t>
                      </a:r>
                      <a:endParaRPr lang="en-US" sz="1100"/>
                    </a:p>
                    <a:p>
                      <a:pPr algn="ctr">
                        <a:lnSpc>
                          <a:spcPts val="489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379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Conversion of emojis into text form </a:t>
                      </a:r>
                      <a:endParaRPr lang="en-US" sz="1100"/>
                    </a:p>
                    <a:p>
                      <a:pPr algn="ctr">
                        <a:lnSpc>
                          <a:spcPts val="4899"/>
                        </a:lnSpc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(e.g., 😊 → “smiley face”).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Normalizing pixel values for model compatibility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3453"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4899"/>
                        </a:lnSpc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Tokenization of text for model input.</a:t>
                      </a:r>
                    </a:p>
                    <a:p>
                      <a:pPr algn="ctr">
                        <a:lnSpc>
                          <a:spcPts val="4899"/>
                        </a:lnSpc>
                      </a:pPr>
                      <a:endParaRPr lang="en-US" sz="3499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Filtering out corrupted or blank images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reeform 8"/>
          <p:cNvSpPr/>
          <p:nvPr/>
        </p:nvSpPr>
        <p:spPr>
          <a:xfrm>
            <a:off x="10765131" y="2318429"/>
            <a:ext cx="1089303" cy="887287"/>
          </a:xfrm>
          <a:custGeom>
            <a:avLst/>
            <a:gdLst/>
            <a:ahLst/>
            <a:cxnLst/>
            <a:rect l="l" t="t" r="r" b="b"/>
            <a:pathLst>
              <a:path w="1089303" h="887287">
                <a:moveTo>
                  <a:pt x="0" y="0"/>
                </a:moveTo>
                <a:lnTo>
                  <a:pt x="1089303" y="0"/>
                </a:lnTo>
                <a:lnTo>
                  <a:pt x="1089303" y="887287"/>
                </a:lnTo>
                <a:lnTo>
                  <a:pt x="0" y="8872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46269" y="2265181"/>
            <a:ext cx="1012317" cy="1006795"/>
          </a:xfrm>
          <a:custGeom>
            <a:avLst/>
            <a:gdLst/>
            <a:ahLst/>
            <a:cxnLst/>
            <a:rect l="l" t="t" r="r" b="b"/>
            <a:pathLst>
              <a:path w="1012317" h="1006795">
                <a:moveTo>
                  <a:pt x="0" y="0"/>
                </a:moveTo>
                <a:lnTo>
                  <a:pt x="1012317" y="0"/>
                </a:lnTo>
                <a:lnTo>
                  <a:pt x="1012317" y="1006796"/>
                </a:lnTo>
                <a:lnTo>
                  <a:pt x="0" y="10067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571494" y="-252916"/>
            <a:ext cx="2276000" cy="1781150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" r="-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592148" y="322723"/>
            <a:ext cx="8377703" cy="1411955"/>
          </a:xfrm>
          <a:custGeom>
            <a:avLst/>
            <a:gdLst/>
            <a:ahLst/>
            <a:cxnLst/>
            <a:rect l="l" t="t" r="r" b="b"/>
            <a:pathLst>
              <a:path w="8377703" h="1411955">
                <a:moveTo>
                  <a:pt x="0" y="0"/>
                </a:moveTo>
                <a:lnTo>
                  <a:pt x="8377703" y="0"/>
                </a:lnTo>
                <a:lnTo>
                  <a:pt x="8377703" y="1411954"/>
                </a:lnTo>
                <a:lnTo>
                  <a:pt x="0" y="1411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26" b="-22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70475" y="284623"/>
            <a:ext cx="7642027" cy="9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Embedding Generation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D91FEC-F8AC-6EB2-93FF-C51864812AF9}"/>
              </a:ext>
            </a:extLst>
          </p:cNvPr>
          <p:cNvGrpSpPr/>
          <p:nvPr/>
        </p:nvGrpSpPr>
        <p:grpSpPr>
          <a:xfrm>
            <a:off x="-149086" y="1751242"/>
            <a:ext cx="9276154" cy="8230780"/>
            <a:chOff x="-149086" y="1751242"/>
            <a:chExt cx="9276154" cy="8230780"/>
          </a:xfrm>
        </p:grpSpPr>
        <p:sp>
          <p:nvSpPr>
            <p:cNvPr id="2" name="Freeform 2"/>
            <p:cNvSpPr/>
            <p:nvPr/>
          </p:nvSpPr>
          <p:spPr>
            <a:xfrm>
              <a:off x="-149086" y="1751242"/>
              <a:ext cx="8917454" cy="8230780"/>
            </a:xfrm>
            <a:custGeom>
              <a:avLst/>
              <a:gdLst/>
              <a:ahLst/>
              <a:cxnLst/>
              <a:rect l="l" t="t" r="r" b="b"/>
              <a:pathLst>
                <a:path w="8718673" h="8247345">
                  <a:moveTo>
                    <a:pt x="0" y="0"/>
                  </a:moveTo>
                  <a:lnTo>
                    <a:pt x="8718673" y="0"/>
                  </a:lnTo>
                  <a:lnTo>
                    <a:pt x="8718673" y="8247345"/>
                  </a:lnTo>
                  <a:lnTo>
                    <a:pt x="0" y="8247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" r="-4"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-16932" y="2225868"/>
              <a:ext cx="9144000" cy="7196700"/>
              <a:chOff x="0" y="0"/>
              <a:chExt cx="12192000" cy="9595601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122004" y="-28575"/>
                <a:ext cx="10046871" cy="1577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617"/>
                  </a:lnSpc>
                </a:pPr>
                <a:r>
                  <a:rPr lang="en-US" sz="3848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BERT (Text Embedding </a:t>
                </a:r>
              </a:p>
              <a:p>
                <a:pPr marL="0" lvl="0" indent="0" algn="ctr">
                  <a:lnSpc>
                    <a:spcPts val="4617"/>
                  </a:lnSpc>
                  <a:spcBef>
                    <a:spcPct val="0"/>
                  </a:spcBef>
                </a:pPr>
                <a:r>
                  <a:rPr lang="en-US" sz="3848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Generation)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9094" y="1956996"/>
                <a:ext cx="10552690" cy="28733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766030" lvl="1" indent="-383015" algn="l">
                  <a:lnSpc>
                    <a:spcPts val="4257"/>
                  </a:lnSpc>
                  <a:buFont typeface="Arial"/>
                  <a:buChar char="•"/>
                </a:pPr>
                <a:r>
                  <a:rPr lang="en-US" sz="3548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Input: Cleaned post captions.</a:t>
                </a:r>
              </a:p>
              <a:p>
                <a:pPr marL="766030" lvl="1" indent="-383015" algn="l">
                  <a:lnSpc>
                    <a:spcPts val="4257"/>
                  </a:lnSpc>
                  <a:buFont typeface="Arial"/>
                  <a:buChar char="•"/>
                </a:pPr>
                <a:r>
                  <a:rPr lang="en-US" sz="3548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Output: Each token → 768-D text embedding.</a:t>
                </a:r>
              </a:p>
              <a:p>
                <a:pPr marL="0" lvl="0" indent="0" algn="l">
                  <a:lnSpc>
                    <a:spcPts val="4257"/>
                  </a:lnSpc>
                  <a:spcBef>
                    <a:spcPct val="0"/>
                  </a:spcBef>
                </a:pPr>
                <a:endParaRPr lang="en-US" sz="354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2956592" y="5394549"/>
                <a:ext cx="1252128" cy="355736"/>
              </a:xfrm>
              <a:custGeom>
                <a:avLst/>
                <a:gdLst/>
                <a:ahLst/>
                <a:cxnLst/>
                <a:rect l="l" t="t" r="r" b="b"/>
                <a:pathLst>
                  <a:path w="1252128" h="355736">
                    <a:moveTo>
                      <a:pt x="0" y="0"/>
                    </a:moveTo>
                    <a:lnTo>
                      <a:pt x="1252128" y="0"/>
                    </a:lnTo>
                    <a:lnTo>
                      <a:pt x="1252128" y="355736"/>
                    </a:lnTo>
                    <a:lnTo>
                      <a:pt x="0" y="35573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4975551"/>
                <a:ext cx="3693610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Input </a:t>
                </a:r>
              </a:p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Text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837210" y="5188242"/>
                <a:ext cx="4436146" cy="7397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Tokenization 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755854" y="6093151"/>
                <a:ext cx="4436146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Transformer Encoder 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49694" y="8061651"/>
                <a:ext cx="5346339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</a:t>
                </a: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ntextualized Embedding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13032" y="8144626"/>
                <a:ext cx="3067545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768-D</a:t>
                </a: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</a:t>
                </a:r>
              </a:p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Output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 rot="7688794">
                <a:off x="8180638" y="7939642"/>
                <a:ext cx="1167036" cy="331561"/>
              </a:xfrm>
              <a:custGeom>
                <a:avLst/>
                <a:gdLst/>
                <a:ahLst/>
                <a:cxnLst/>
                <a:rect l="l" t="t" r="r" b="b"/>
                <a:pathLst>
                  <a:path w="1167036" h="331561">
                    <a:moveTo>
                      <a:pt x="0" y="0"/>
                    </a:moveTo>
                    <a:lnTo>
                      <a:pt x="1167037" y="0"/>
                    </a:lnTo>
                    <a:lnTo>
                      <a:pt x="1167037" y="331561"/>
                    </a:lnTo>
                    <a:lnTo>
                      <a:pt x="0" y="3315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7" name="Freeform 17"/>
              <p:cNvSpPr/>
              <p:nvPr/>
            </p:nvSpPr>
            <p:spPr>
              <a:xfrm rot="10694508">
                <a:off x="3067545" y="8509540"/>
                <a:ext cx="1252128" cy="355736"/>
              </a:xfrm>
              <a:custGeom>
                <a:avLst/>
                <a:gdLst/>
                <a:ahLst/>
                <a:cxnLst/>
                <a:rect l="l" t="t" r="r" b="b"/>
                <a:pathLst>
                  <a:path w="1252128" h="355736">
                    <a:moveTo>
                      <a:pt x="0" y="0"/>
                    </a:moveTo>
                    <a:lnTo>
                      <a:pt x="1252129" y="0"/>
                    </a:lnTo>
                    <a:lnTo>
                      <a:pt x="1252129" y="355736"/>
                    </a:lnTo>
                    <a:lnTo>
                      <a:pt x="0" y="35573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8" name="Freeform 18"/>
              <p:cNvSpPr/>
              <p:nvPr/>
            </p:nvSpPr>
            <p:spPr>
              <a:xfrm rot="1220596">
                <a:off x="7947394" y="5587066"/>
                <a:ext cx="1167036" cy="331561"/>
              </a:xfrm>
              <a:custGeom>
                <a:avLst/>
                <a:gdLst/>
                <a:ahLst/>
                <a:cxnLst/>
                <a:rect l="l" t="t" r="r" b="b"/>
                <a:pathLst>
                  <a:path w="1167036" h="331561">
                    <a:moveTo>
                      <a:pt x="0" y="0"/>
                    </a:moveTo>
                    <a:lnTo>
                      <a:pt x="1167036" y="0"/>
                    </a:lnTo>
                    <a:lnTo>
                      <a:pt x="1167036" y="331561"/>
                    </a:lnTo>
                    <a:lnTo>
                      <a:pt x="0" y="33156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AC4837-1BBD-4BCC-CDE4-D14FBB601659}"/>
              </a:ext>
            </a:extLst>
          </p:cNvPr>
          <p:cNvGrpSpPr/>
          <p:nvPr/>
        </p:nvGrpSpPr>
        <p:grpSpPr>
          <a:xfrm>
            <a:off x="8878590" y="1751242"/>
            <a:ext cx="9151306" cy="8244504"/>
            <a:chOff x="8878590" y="1751242"/>
            <a:chExt cx="9151306" cy="8244504"/>
          </a:xfrm>
        </p:grpSpPr>
        <p:sp>
          <p:nvSpPr>
            <p:cNvPr id="3" name="Freeform 3"/>
            <p:cNvSpPr/>
            <p:nvPr/>
          </p:nvSpPr>
          <p:spPr>
            <a:xfrm>
              <a:off x="8878590" y="1751242"/>
              <a:ext cx="9145419" cy="8244504"/>
            </a:xfrm>
            <a:custGeom>
              <a:avLst/>
              <a:gdLst/>
              <a:ahLst/>
              <a:cxnLst/>
              <a:rect l="l" t="t" r="r" b="b"/>
              <a:pathLst>
                <a:path w="8698158" h="8227939">
                  <a:moveTo>
                    <a:pt x="0" y="0"/>
                  </a:moveTo>
                  <a:lnTo>
                    <a:pt x="8698159" y="0"/>
                  </a:lnTo>
                  <a:lnTo>
                    <a:pt x="8698159" y="8227939"/>
                  </a:lnTo>
                  <a:lnTo>
                    <a:pt x="0" y="8227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t="-41" b="-41"/>
              </a:stretch>
            </a:blipFill>
          </p:spPr>
        </p:sp>
        <p:grpSp>
          <p:nvGrpSpPr>
            <p:cNvPr id="19" name="Group 19"/>
            <p:cNvGrpSpPr/>
            <p:nvPr/>
          </p:nvGrpSpPr>
          <p:grpSpPr>
            <a:xfrm>
              <a:off x="9144000" y="2406767"/>
              <a:ext cx="8885896" cy="7146119"/>
              <a:chOff x="0" y="0"/>
              <a:chExt cx="11847861" cy="9528159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1530244" y="-28575"/>
                <a:ext cx="9290156" cy="1577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619"/>
                  </a:lnSpc>
                </a:pPr>
                <a:r>
                  <a:rPr lang="en-US" sz="384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Inception V3 (Image Embedding Generation)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5528" y="1892253"/>
                <a:ext cx="9821337" cy="21621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766030" lvl="1" indent="-383015" algn="l">
                  <a:lnSpc>
                    <a:spcPts val="4257"/>
                  </a:lnSpc>
                  <a:buFont typeface="Arial"/>
                  <a:buChar char="•"/>
                </a:pPr>
                <a:r>
                  <a:rPr lang="en-US" sz="3548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Input: Resized images (299x299x3).</a:t>
                </a:r>
              </a:p>
              <a:p>
                <a:pPr marL="766030" lvl="1" indent="-383015" algn="l">
                  <a:lnSpc>
                    <a:spcPts val="4257"/>
                  </a:lnSpc>
                  <a:buFont typeface="Arial"/>
                  <a:buChar char="•"/>
                </a:pPr>
                <a:r>
                  <a:rPr lang="en-US" sz="3548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Output: Each image → 1024-D image embedding.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2853865" y="5381555"/>
                <a:ext cx="965904" cy="274418"/>
              </a:xfrm>
              <a:custGeom>
                <a:avLst/>
                <a:gdLst/>
                <a:ahLst/>
                <a:cxnLst/>
                <a:rect l="l" t="t" r="r" b="b"/>
                <a:pathLst>
                  <a:path w="965904" h="274418">
                    <a:moveTo>
                      <a:pt x="0" y="0"/>
                    </a:moveTo>
                    <a:lnTo>
                      <a:pt x="965904" y="0"/>
                    </a:lnTo>
                    <a:lnTo>
                      <a:pt x="965904" y="274419"/>
                    </a:lnTo>
                    <a:lnTo>
                      <a:pt x="0" y="27441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7875" y="4727659"/>
                <a:ext cx="1732846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Input      Image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857869" y="4560599"/>
                <a:ext cx="3408595" cy="21621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Convolution </a:t>
                </a:r>
              </a:p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 ReLU Layers 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39266" y="4560599"/>
                <a:ext cx="3408595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I</a:t>
                </a: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nception Modules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47704" y="7365984"/>
                <a:ext cx="3628924" cy="21621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200"/>
                  </a:lnSpc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Fully </a:t>
                </a:r>
              </a:p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</a:t>
                </a: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nnected </a:t>
                </a:r>
              </a:p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Layer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7838526"/>
                <a:ext cx="3408595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200"/>
                  </a:lnSpc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1024-D </a:t>
                </a:r>
              </a:p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Output</a:t>
                </a:r>
              </a:p>
            </p:txBody>
          </p:sp>
          <p:sp>
            <p:nvSpPr>
              <p:cNvPr id="28" name="Freeform 28"/>
              <p:cNvSpPr/>
              <p:nvPr/>
            </p:nvSpPr>
            <p:spPr>
              <a:xfrm rot="5400000">
                <a:off x="9538443" y="6381639"/>
                <a:ext cx="942478" cy="267763"/>
              </a:xfrm>
              <a:custGeom>
                <a:avLst/>
                <a:gdLst/>
                <a:ahLst/>
                <a:cxnLst/>
                <a:rect l="l" t="t" r="r" b="b"/>
                <a:pathLst>
                  <a:path w="942478" h="267763">
                    <a:moveTo>
                      <a:pt x="0" y="0"/>
                    </a:moveTo>
                    <a:lnTo>
                      <a:pt x="942478" y="0"/>
                    </a:lnTo>
                    <a:lnTo>
                      <a:pt x="942478" y="267763"/>
                    </a:lnTo>
                    <a:lnTo>
                      <a:pt x="0" y="2677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044499" y="7607999"/>
                <a:ext cx="2198130" cy="14509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</a:t>
                </a: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ooling</a:t>
                </a:r>
              </a:p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500" u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Layers</a:t>
                </a:r>
              </a:p>
            </p:txBody>
          </p:sp>
          <p:sp>
            <p:nvSpPr>
              <p:cNvPr id="30" name="Freeform 30"/>
              <p:cNvSpPr/>
              <p:nvPr/>
            </p:nvSpPr>
            <p:spPr>
              <a:xfrm rot="-10800000">
                <a:off x="7605228" y="8186940"/>
                <a:ext cx="965904" cy="274418"/>
              </a:xfrm>
              <a:custGeom>
                <a:avLst/>
                <a:gdLst/>
                <a:ahLst/>
                <a:cxnLst/>
                <a:rect l="l" t="t" r="r" b="b"/>
                <a:pathLst>
                  <a:path w="965904" h="274418">
                    <a:moveTo>
                      <a:pt x="0" y="0"/>
                    </a:moveTo>
                    <a:lnTo>
                      <a:pt x="965904" y="0"/>
                    </a:lnTo>
                    <a:lnTo>
                      <a:pt x="965904" y="274419"/>
                    </a:lnTo>
                    <a:lnTo>
                      <a:pt x="0" y="27441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307738" y="5176342"/>
                <a:ext cx="965904" cy="274418"/>
              </a:xfrm>
              <a:custGeom>
                <a:avLst/>
                <a:gdLst/>
                <a:ahLst/>
                <a:cxnLst/>
                <a:rect l="l" t="t" r="r" b="b"/>
                <a:pathLst>
                  <a:path w="965904" h="274418">
                    <a:moveTo>
                      <a:pt x="0" y="0"/>
                    </a:moveTo>
                    <a:lnTo>
                      <a:pt x="965904" y="0"/>
                    </a:lnTo>
                    <a:lnTo>
                      <a:pt x="965904" y="274418"/>
                    </a:lnTo>
                    <a:lnTo>
                      <a:pt x="0" y="27441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32" name="Freeform 32"/>
              <p:cNvSpPr/>
              <p:nvPr/>
            </p:nvSpPr>
            <p:spPr>
              <a:xfrm rot="-10800000">
                <a:off x="3250567" y="8503041"/>
                <a:ext cx="965904" cy="274418"/>
              </a:xfrm>
              <a:custGeom>
                <a:avLst/>
                <a:gdLst/>
                <a:ahLst/>
                <a:cxnLst/>
                <a:rect l="l" t="t" r="r" b="b"/>
                <a:pathLst>
                  <a:path w="965904" h="274418">
                    <a:moveTo>
                      <a:pt x="0" y="0"/>
                    </a:moveTo>
                    <a:lnTo>
                      <a:pt x="965904" y="0"/>
                    </a:lnTo>
                    <a:lnTo>
                      <a:pt x="965904" y="274419"/>
                    </a:lnTo>
                    <a:lnTo>
                      <a:pt x="0" y="27441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49638" y="9257017"/>
            <a:ext cx="953025" cy="985135"/>
          </a:xfrm>
          <a:custGeom>
            <a:avLst/>
            <a:gdLst/>
            <a:ahLst/>
            <a:cxnLst/>
            <a:rect l="l" t="t" r="r" b="b"/>
            <a:pathLst>
              <a:path w="953025" h="985135">
                <a:moveTo>
                  <a:pt x="0" y="0"/>
                </a:moveTo>
                <a:lnTo>
                  <a:pt x="953025" y="0"/>
                </a:lnTo>
                <a:lnTo>
                  <a:pt x="953025" y="985134"/>
                </a:lnTo>
                <a:lnTo>
                  <a:pt x="0" y="9851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473" b="-47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9638" y="480989"/>
            <a:ext cx="1251600" cy="1509750"/>
          </a:xfrm>
          <a:custGeom>
            <a:avLst/>
            <a:gdLst/>
            <a:ahLst/>
            <a:cxnLst/>
            <a:rect l="l" t="t" r="r" b="b"/>
            <a:pathLst>
              <a:path w="1251600" h="1509750">
                <a:moveTo>
                  <a:pt x="0" y="0"/>
                </a:moveTo>
                <a:lnTo>
                  <a:pt x="1251600" y="0"/>
                </a:lnTo>
                <a:lnTo>
                  <a:pt x="1251600" y="1509750"/>
                </a:lnTo>
                <a:lnTo>
                  <a:pt x="0" y="1509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1" r="-71"/>
            </a:stretch>
          </a:blipFill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BC19AC4-2D2E-206C-5304-81F95FFDD74F}"/>
              </a:ext>
            </a:extLst>
          </p:cNvPr>
          <p:cNvGrpSpPr/>
          <p:nvPr/>
        </p:nvGrpSpPr>
        <p:grpSpPr>
          <a:xfrm>
            <a:off x="-1760585" y="734907"/>
            <a:ext cx="13945350" cy="9211932"/>
            <a:chOff x="-1760585" y="734907"/>
            <a:chExt cx="13945350" cy="9211932"/>
          </a:xfrm>
        </p:grpSpPr>
        <p:grpSp>
          <p:nvGrpSpPr>
            <p:cNvPr id="2" name="Group 2"/>
            <p:cNvGrpSpPr/>
            <p:nvPr/>
          </p:nvGrpSpPr>
          <p:grpSpPr>
            <a:xfrm>
              <a:off x="-1760585" y="734907"/>
              <a:ext cx="13945350" cy="1481959"/>
              <a:chOff x="0" y="-38100"/>
              <a:chExt cx="18593800" cy="197594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4569907" y="0"/>
                <a:ext cx="8850980" cy="1937845"/>
              </a:xfrm>
              <a:custGeom>
                <a:avLst/>
                <a:gdLst/>
                <a:ahLst/>
                <a:cxnLst/>
                <a:rect l="l" t="t" r="r" b="b"/>
                <a:pathLst>
                  <a:path w="8850980" h="1937845">
                    <a:moveTo>
                      <a:pt x="0" y="0"/>
                    </a:moveTo>
                    <a:lnTo>
                      <a:pt x="8850981" y="0"/>
                    </a:lnTo>
                    <a:lnTo>
                      <a:pt x="8850981" y="1937845"/>
                    </a:lnTo>
                    <a:lnTo>
                      <a:pt x="0" y="193784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 t="-79" b="-79"/>
                </a:stretch>
              </a:blipFill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38100"/>
                <a:ext cx="18593800" cy="125730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7200"/>
                  </a:lnSpc>
                </a:pPr>
                <a:r>
                  <a:rPr lang="en-US" sz="6000" b="1">
                    <a:solidFill>
                      <a:srgbClr val="262626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Concatenation</a:t>
                </a: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111525" y="2216866"/>
              <a:ext cx="7601780" cy="7729973"/>
              <a:chOff x="110435" y="0"/>
              <a:chExt cx="10135704" cy="1030662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8466078" y="423549"/>
                <a:ext cx="1780061" cy="60861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778"/>
                  </a:lnSpc>
                  <a:spcBef>
                    <a:spcPct val="0"/>
                  </a:spcBef>
                </a:pPr>
                <a:r>
                  <a:rPr lang="en-US" sz="26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IMAGE</a:t>
                </a: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964642" y="0"/>
                <a:ext cx="1286380" cy="1669721"/>
              </a:xfrm>
              <a:custGeom>
                <a:avLst/>
                <a:gdLst/>
                <a:ahLst/>
                <a:cxnLst/>
                <a:rect l="l" t="t" r="r" b="b"/>
                <a:pathLst>
                  <a:path w="1286380" h="1669721">
                    <a:moveTo>
                      <a:pt x="0" y="0"/>
                    </a:moveTo>
                    <a:lnTo>
                      <a:pt x="1286380" y="0"/>
                    </a:lnTo>
                    <a:lnTo>
                      <a:pt x="1286380" y="1669721"/>
                    </a:lnTo>
                    <a:lnTo>
                      <a:pt x="0" y="166972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515647" y="0"/>
                <a:ext cx="1725056" cy="1725056"/>
              </a:xfrm>
              <a:custGeom>
                <a:avLst/>
                <a:gdLst/>
                <a:ahLst/>
                <a:cxnLst/>
                <a:rect l="l" t="t" r="r" b="b"/>
                <a:pathLst>
                  <a:path w="1725056" h="1725056">
                    <a:moveTo>
                      <a:pt x="0" y="0"/>
                    </a:moveTo>
                    <a:lnTo>
                      <a:pt x="1725055" y="0"/>
                    </a:lnTo>
                    <a:lnTo>
                      <a:pt x="1725055" y="1725056"/>
                    </a:lnTo>
                    <a:lnTo>
                      <a:pt x="0" y="172505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2607832" y="2611419"/>
                <a:ext cx="0" cy="679726"/>
              </a:xfrm>
              <a:prstGeom prst="line">
                <a:avLst/>
              </a:prstGeom>
              <a:ln w="50800" cap="flat">
                <a:solidFill>
                  <a:srgbClr val="082B94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2" name="AutoShape 12"/>
              <p:cNvSpPr/>
              <p:nvPr/>
            </p:nvSpPr>
            <p:spPr>
              <a:xfrm flipH="1">
                <a:off x="7404633" y="2637878"/>
                <a:ext cx="0" cy="653268"/>
              </a:xfrm>
              <a:prstGeom prst="line">
                <a:avLst/>
              </a:prstGeom>
              <a:ln w="50800" cap="flat">
                <a:solidFill>
                  <a:srgbClr val="082B94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320236" y="1811156"/>
                <a:ext cx="928823" cy="70765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368"/>
                  </a:lnSpc>
                  <a:spcBef>
                    <a:spcPct val="0"/>
                  </a:spcBef>
                </a:pPr>
                <a:r>
                  <a:rPr lang="en-US" sz="3120" b="1" err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P</a:t>
                </a:r>
                <a:r>
                  <a:rPr lang="en-US" sz="3120" b="1" baseline="-25000" err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</a:t>
                </a:r>
                <a:r>
                  <a:rPr lang="en-US" sz="3120" b="1" baseline="30000" err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T</a:t>
                </a:r>
                <a:endParaRPr lang="en-US" sz="3120" b="1" baseline="30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69754" y="1777446"/>
                <a:ext cx="1869758" cy="68950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375"/>
                  </a:lnSpc>
                  <a:spcBef>
                    <a:spcPct val="0"/>
                  </a:spcBef>
                </a:pPr>
                <a:r>
                  <a:rPr lang="en-US" sz="3125" b="1" err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P</a:t>
                </a:r>
                <a:r>
                  <a:rPr lang="en-US" sz="3125" b="1" baseline="-25000" err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</a:t>
                </a:r>
                <a:r>
                  <a:rPr lang="en-US" sz="3125" b="1" baseline="30000" err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</a:t>
                </a:r>
                <a:endParaRPr lang="en-US" sz="3125" b="1" baseline="30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0435" y="492723"/>
                <a:ext cx="1507442" cy="61026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778"/>
                  </a:lnSpc>
                  <a:spcBef>
                    <a:spcPct val="0"/>
                  </a:spcBef>
                </a:pPr>
                <a:r>
                  <a:rPr lang="en-US" sz="26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TEXT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3720" y="3233996"/>
                <a:ext cx="3366250" cy="114088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Bert</a:t>
                </a:r>
              </a:p>
              <a:p>
                <a:pPr algn="ctr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Text Encoder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989236" y="3201931"/>
                <a:ext cx="3366250" cy="114088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Inception-v3</a:t>
                </a:r>
              </a:p>
              <a:p>
                <a:pPr algn="ctr">
                  <a:lnSpc>
                    <a:spcPts val="3499"/>
                  </a:lnSpc>
                  <a:spcBef>
                    <a:spcPct val="0"/>
                  </a:spcBef>
                </a:pPr>
                <a:r>
                  <a:rPr lang="en-US" sz="2499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Image Encoder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2383965" y="5370718"/>
                <a:ext cx="418329" cy="442840"/>
                <a:chOff x="0" y="-47625"/>
                <a:chExt cx="812800" cy="8604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86B499"/>
                </a:solidFill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76200" y="-47625"/>
                  <a:ext cx="660400" cy="784225"/>
                </a:xfrm>
                <a:prstGeom prst="rect">
                  <a:avLst/>
                </a:prstGeom>
              </p:spPr>
              <p:txBody>
                <a:bodyPr lIns="52917" tIns="52917" rIns="52917" bIns="52917" rtlCol="0" anchor="ctr"/>
                <a:lstStyle/>
                <a:p>
                  <a:pPr algn="ctr">
                    <a:lnSpc>
                      <a:spcPts val="4694"/>
                    </a:lnSpc>
                  </a:pPr>
                  <a:endParaRPr/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7237365" y="5370718"/>
                <a:ext cx="418329" cy="442840"/>
                <a:chOff x="0" y="-47625"/>
                <a:chExt cx="812800" cy="860425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BD59"/>
                </a:solidFill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6200" y="-47625"/>
                  <a:ext cx="660400" cy="784225"/>
                </a:xfrm>
                <a:prstGeom prst="rect">
                  <a:avLst/>
                </a:prstGeom>
              </p:spPr>
              <p:txBody>
                <a:bodyPr lIns="52917" tIns="52917" rIns="52917" bIns="52917" rtlCol="0" anchor="ctr"/>
                <a:lstStyle/>
                <a:p>
                  <a:pPr algn="ctr">
                    <a:lnSpc>
                      <a:spcPts val="4694"/>
                    </a:lnSpc>
                  </a:pPr>
                  <a:endParaRPr/>
                </a:p>
              </p:txBody>
            </p:sp>
          </p:grpSp>
          <p:grpSp>
            <p:nvGrpSpPr>
              <p:cNvPr id="24" name="Group 24"/>
              <p:cNvGrpSpPr/>
              <p:nvPr/>
            </p:nvGrpSpPr>
            <p:grpSpPr>
              <a:xfrm>
                <a:off x="3249073" y="7504963"/>
                <a:ext cx="3614234" cy="1936032"/>
                <a:chOff x="0" y="0"/>
                <a:chExt cx="329699" cy="176609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0" y="0"/>
                  <a:ext cx="329699" cy="176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699" h="176609">
                      <a:moveTo>
                        <a:pt x="88305" y="0"/>
                      </a:moveTo>
                      <a:lnTo>
                        <a:pt x="241394" y="0"/>
                      </a:lnTo>
                      <a:cubicBezTo>
                        <a:pt x="290164" y="0"/>
                        <a:pt x="329699" y="39535"/>
                        <a:pt x="329699" y="88305"/>
                      </a:cubicBezTo>
                      <a:lnTo>
                        <a:pt x="329699" y="88305"/>
                      </a:lnTo>
                      <a:cubicBezTo>
                        <a:pt x="329699" y="137074"/>
                        <a:pt x="290164" y="176609"/>
                        <a:pt x="241394" y="176609"/>
                      </a:cubicBezTo>
                      <a:lnTo>
                        <a:pt x="88305" y="176609"/>
                      </a:lnTo>
                      <a:cubicBezTo>
                        <a:pt x="39535" y="176609"/>
                        <a:pt x="0" y="137074"/>
                        <a:pt x="0" y="88305"/>
                      </a:cubicBezTo>
                      <a:lnTo>
                        <a:pt x="0" y="88305"/>
                      </a:lnTo>
                      <a:cubicBezTo>
                        <a:pt x="0" y="39535"/>
                        <a:pt x="39535" y="0"/>
                        <a:pt x="88305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0" y="3629"/>
                  <a:ext cx="320044" cy="168042"/>
                </a:xfrm>
                <a:prstGeom prst="rect">
                  <a:avLst/>
                </a:prstGeom>
              </p:spPr>
              <p:txBody>
                <a:bodyPr lIns="52917" tIns="52917" rIns="52917" bIns="52917" rtlCol="0" anchor="ctr"/>
                <a:lstStyle/>
                <a:p>
                  <a:pPr algn="ctr">
                    <a:lnSpc>
                      <a:spcPts val="3499"/>
                    </a:lnSpc>
                  </a:pPr>
                  <a:endParaRPr/>
                </a:p>
                <a:p>
                  <a:pPr algn="ctr">
                    <a:lnSpc>
                      <a:spcPts val="3499"/>
                    </a:lnSpc>
                  </a:pPr>
                  <a:r>
                    <a:rPr lang="en-US" sz="2499" b="1">
                      <a:solidFill>
                        <a:srgbClr val="000000"/>
                      </a:solidFill>
                      <a:latin typeface="Times New Roman Bold"/>
                      <a:ea typeface="Times New Roman Bold"/>
                      <a:cs typeface="Times New Roman Bold"/>
                      <a:sym typeface="Times New Roman Bold"/>
                    </a:rPr>
                    <a:t>Concatenation</a:t>
                  </a:r>
                </a:p>
                <a:p>
                  <a:pPr algn="ctr">
                    <a:lnSpc>
                      <a:spcPts val="3499"/>
                    </a:lnSpc>
                  </a:pPr>
                  <a:endParaRPr lang="en-US" sz="2499" b="1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endParaRPr>
                </a:p>
              </p:txBody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62059" y="5770211"/>
                <a:ext cx="3509120" cy="85645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282"/>
                  </a:lnSpc>
                  <a:spcBef>
                    <a:spcPct val="0"/>
                  </a:spcBef>
                </a:pPr>
                <a:r>
                  <a:rPr lang="en-US" sz="3773" err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lang="en-US" sz="3773" baseline="-25000" err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lang="en-US" sz="3773" baseline="30000" err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r>
                  <a:rPr lang="en-US" sz="3773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(768 D)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914059" y="5769343"/>
                <a:ext cx="5107455" cy="85657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278"/>
                  </a:lnSpc>
                  <a:spcBef>
                    <a:spcPct val="0"/>
                  </a:spcBef>
                </a:pPr>
                <a:r>
                  <a:rPr lang="en-US" sz="3770" err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r>
                  <a:rPr lang="en-US" sz="3770" baseline="-25000" err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lang="en-US" sz="3770" baseline="30000" err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</a:t>
                </a:r>
                <a:r>
                  <a:rPr lang="en-US" sz="377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(1024 D)</a:t>
                </a:r>
              </a:p>
            </p:txBody>
          </p:sp>
          <p:sp>
            <p:nvSpPr>
              <p:cNvPr id="29" name="AutoShape 29"/>
              <p:cNvSpPr/>
              <p:nvPr/>
            </p:nvSpPr>
            <p:spPr>
              <a:xfrm>
                <a:off x="2627976" y="6708987"/>
                <a:ext cx="621097" cy="729295"/>
              </a:xfrm>
              <a:prstGeom prst="line">
                <a:avLst/>
              </a:prstGeom>
              <a:ln w="50800" cap="flat">
                <a:solidFill>
                  <a:srgbClr val="082B94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30" name="AutoShape 30"/>
              <p:cNvSpPr/>
              <p:nvPr/>
            </p:nvSpPr>
            <p:spPr>
              <a:xfrm flipH="1">
                <a:off x="6757463" y="6722384"/>
                <a:ext cx="627171" cy="724078"/>
              </a:xfrm>
              <a:prstGeom prst="line">
                <a:avLst/>
              </a:prstGeom>
              <a:ln w="50800" cap="flat">
                <a:solidFill>
                  <a:srgbClr val="082B94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31" name="AutoShape 31"/>
              <p:cNvSpPr/>
              <p:nvPr/>
            </p:nvSpPr>
            <p:spPr>
              <a:xfrm>
                <a:off x="2560793" y="4490604"/>
                <a:ext cx="0" cy="679726"/>
              </a:xfrm>
              <a:prstGeom prst="line">
                <a:avLst/>
              </a:prstGeom>
              <a:ln w="50800" cap="flat">
                <a:solidFill>
                  <a:srgbClr val="082B94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32" name="AutoShape 32"/>
              <p:cNvSpPr/>
              <p:nvPr/>
            </p:nvSpPr>
            <p:spPr>
              <a:xfrm>
                <a:off x="7378175" y="4482515"/>
                <a:ext cx="0" cy="679726"/>
              </a:xfrm>
              <a:prstGeom prst="line">
                <a:avLst/>
              </a:prstGeom>
              <a:ln w="50800" cap="flat">
                <a:solidFill>
                  <a:srgbClr val="082B94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829399" y="9516098"/>
                <a:ext cx="2453579" cy="7905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524"/>
                  </a:lnSpc>
                  <a:spcBef>
                    <a:spcPct val="0"/>
                  </a:spcBef>
                </a:pPr>
                <a:r>
                  <a:rPr lang="en-US" sz="377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1792 D</a:t>
                </a:r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15154477" y="7182657"/>
            <a:ext cx="3133523" cy="3301039"/>
          </a:xfrm>
          <a:custGeom>
            <a:avLst/>
            <a:gdLst/>
            <a:ahLst/>
            <a:cxnLst/>
            <a:rect l="l" t="t" r="r" b="b"/>
            <a:pathLst>
              <a:path w="3133523" h="3301039">
                <a:moveTo>
                  <a:pt x="0" y="0"/>
                </a:moveTo>
                <a:lnTo>
                  <a:pt x="3133523" y="0"/>
                </a:lnTo>
                <a:lnTo>
                  <a:pt x="3133523" y="3301039"/>
                </a:lnTo>
                <a:lnTo>
                  <a:pt x="0" y="33010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4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6F775A0-AC58-738E-8CB7-428CBC3C6B19}"/>
              </a:ext>
            </a:extLst>
          </p:cNvPr>
          <p:cNvGrpSpPr/>
          <p:nvPr/>
        </p:nvGrpSpPr>
        <p:grpSpPr>
          <a:xfrm>
            <a:off x="6831025" y="733782"/>
            <a:ext cx="13945350" cy="5036578"/>
            <a:chOff x="6831025" y="733782"/>
            <a:chExt cx="13945350" cy="5036578"/>
          </a:xfrm>
        </p:grpSpPr>
        <p:grpSp>
          <p:nvGrpSpPr>
            <p:cNvPr id="34" name="Group 34"/>
            <p:cNvGrpSpPr/>
            <p:nvPr/>
          </p:nvGrpSpPr>
          <p:grpSpPr>
            <a:xfrm>
              <a:off x="6831025" y="733782"/>
              <a:ext cx="13945350" cy="1481959"/>
              <a:chOff x="0" y="-38100"/>
              <a:chExt cx="18593800" cy="197594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569907" y="0"/>
                <a:ext cx="8850980" cy="1937845"/>
              </a:xfrm>
              <a:custGeom>
                <a:avLst/>
                <a:gdLst/>
                <a:ahLst/>
                <a:cxnLst/>
                <a:rect l="l" t="t" r="r" b="b"/>
                <a:pathLst>
                  <a:path w="8850980" h="1937845">
                    <a:moveTo>
                      <a:pt x="0" y="0"/>
                    </a:moveTo>
                    <a:lnTo>
                      <a:pt x="8850981" y="0"/>
                    </a:lnTo>
                    <a:lnTo>
                      <a:pt x="8850981" y="1937845"/>
                    </a:lnTo>
                    <a:lnTo>
                      <a:pt x="0" y="193784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 t="-79" b="-79"/>
                </a:stretch>
              </a:blip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8593800" cy="125730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7200"/>
                  </a:lnSpc>
                </a:pPr>
                <a:r>
                  <a:rPr lang="en-US" sz="6000" b="1">
                    <a:solidFill>
                      <a:srgbClr val="262626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Grouping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0058400" y="2762780"/>
              <a:ext cx="7953218" cy="5818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4799"/>
                </a:lnSpc>
                <a:spcBef>
                  <a:spcPct val="0"/>
                </a:spcBef>
              </a:pPr>
              <a:r>
                <a:rPr lang="en-US" sz="3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Grouping key: Influencer Username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1172" y="3910452"/>
              <a:ext cx="8647185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919"/>
                </a:lnSpc>
                <a:spcBef>
                  <a:spcPct val="0"/>
                </a:spcBef>
              </a:pPr>
              <a:r>
                <a:rPr lang="en-US" sz="40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                   Influencer</a:t>
              </a:r>
              <a:r>
                <a:rPr lang="en-US" sz="4050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</a:t>
              </a:r>
              <a:r>
                <a:rPr lang="en-US" sz="40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​={x</a:t>
              </a:r>
              <a:r>
                <a:rPr lang="en-US" sz="4050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1​</a:t>
              </a:r>
              <a:r>
                <a:rPr lang="en-US" sz="40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,x</a:t>
              </a:r>
              <a:r>
                <a:rPr lang="en-US" sz="4050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r>
                <a:rPr lang="en-US" sz="40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​,...,x</a:t>
              </a:r>
              <a:r>
                <a:rPr lang="en-US" sz="4050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lang="en-US" sz="40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​}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75371" y="5188469"/>
              <a:ext cx="6253195" cy="5818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Each x</a:t>
              </a:r>
              <a:r>
                <a:rPr lang="en-US" sz="3999" baseline="-25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i​ </a:t>
              </a:r>
              <a:r>
                <a:rPr lang="en-US" sz="3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= embedding of post </a:t>
              </a:r>
              <a:r>
                <a:rPr lang="en-US" sz="3999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endPara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C1FA1953-0263-ED53-830B-37C1A4F728AD}"/>
              </a:ext>
            </a:extLst>
          </p:cNvPr>
          <p:cNvSpPr/>
          <p:nvPr/>
        </p:nvSpPr>
        <p:spPr>
          <a:xfrm>
            <a:off x="324587" y="2564365"/>
            <a:ext cx="12305252" cy="7355709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" b="-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61791" y="9081850"/>
            <a:ext cx="835760" cy="902064"/>
          </a:xfrm>
          <a:custGeom>
            <a:avLst/>
            <a:gdLst/>
            <a:ahLst/>
            <a:cxnLst/>
            <a:rect l="l" t="t" r="r" b="b"/>
            <a:pathLst>
              <a:path w="835760" h="902064">
                <a:moveTo>
                  <a:pt x="0" y="0"/>
                </a:moveTo>
                <a:lnTo>
                  <a:pt x="835760" y="0"/>
                </a:lnTo>
                <a:lnTo>
                  <a:pt x="835760" y="902064"/>
                </a:lnTo>
                <a:lnTo>
                  <a:pt x="0" y="9020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9" b="-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575103" y="9011486"/>
            <a:ext cx="754676" cy="800688"/>
          </a:xfrm>
          <a:custGeom>
            <a:avLst/>
            <a:gdLst/>
            <a:ahLst/>
            <a:cxnLst/>
            <a:rect l="l" t="t" r="r" b="b"/>
            <a:pathLst>
              <a:path w="754676" h="800688">
                <a:moveTo>
                  <a:pt x="0" y="0"/>
                </a:moveTo>
                <a:lnTo>
                  <a:pt x="754676" y="0"/>
                </a:lnTo>
                <a:lnTo>
                  <a:pt x="754676" y="800688"/>
                </a:lnTo>
                <a:lnTo>
                  <a:pt x="0" y="8006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72" b="-7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474345" y="8919286"/>
            <a:ext cx="636534" cy="669886"/>
          </a:xfrm>
          <a:custGeom>
            <a:avLst/>
            <a:gdLst/>
            <a:ahLst/>
            <a:cxnLst/>
            <a:rect l="l" t="t" r="r" b="b"/>
            <a:pathLst>
              <a:path w="636534" h="669886">
                <a:moveTo>
                  <a:pt x="0" y="0"/>
                </a:moveTo>
                <a:lnTo>
                  <a:pt x="636534" y="0"/>
                </a:lnTo>
                <a:lnTo>
                  <a:pt x="636534" y="669886"/>
                </a:lnTo>
                <a:lnTo>
                  <a:pt x="0" y="6698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47" b="-347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80909" y="3151866"/>
            <a:ext cx="4754447" cy="6180706"/>
          </a:xfrm>
          <a:custGeom>
            <a:avLst/>
            <a:gdLst/>
            <a:ahLst/>
            <a:cxnLst/>
            <a:rect l="l" t="t" r="r" b="b"/>
            <a:pathLst>
              <a:path w="8535546" h="8781701">
                <a:moveTo>
                  <a:pt x="0" y="0"/>
                </a:moveTo>
                <a:lnTo>
                  <a:pt x="8535546" y="0"/>
                </a:lnTo>
                <a:lnTo>
                  <a:pt x="8535546" y="8781701"/>
                </a:lnTo>
                <a:lnTo>
                  <a:pt x="0" y="8781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7" r="-47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556469" y="2815048"/>
            <a:ext cx="1903418" cy="1426815"/>
          </a:xfrm>
          <a:custGeom>
            <a:avLst/>
            <a:gdLst/>
            <a:ahLst/>
            <a:cxnLst/>
            <a:rect l="l" t="t" r="r" b="b"/>
            <a:pathLst>
              <a:path w="1903418" h="1426815">
                <a:moveTo>
                  <a:pt x="0" y="0"/>
                </a:moveTo>
                <a:lnTo>
                  <a:pt x="1903418" y="0"/>
                </a:lnTo>
                <a:lnTo>
                  <a:pt x="1903418" y="1426815"/>
                </a:lnTo>
                <a:lnTo>
                  <a:pt x="0" y="14268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26" b="-2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55833" y="1065916"/>
            <a:ext cx="1251600" cy="1509750"/>
          </a:xfrm>
          <a:custGeom>
            <a:avLst/>
            <a:gdLst/>
            <a:ahLst/>
            <a:cxnLst/>
            <a:rect l="l" t="t" r="r" b="b"/>
            <a:pathLst>
              <a:path w="1251600" h="1509750">
                <a:moveTo>
                  <a:pt x="0" y="0"/>
                </a:moveTo>
                <a:lnTo>
                  <a:pt x="1251600" y="0"/>
                </a:lnTo>
                <a:lnTo>
                  <a:pt x="1251600" y="1509750"/>
                </a:lnTo>
                <a:lnTo>
                  <a:pt x="0" y="1509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71" r="-71"/>
            </a:stretch>
          </a:blipFill>
        </p:spPr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72414D00-11FB-FF18-7915-0D37EDFDCE1A}"/>
              </a:ext>
            </a:extLst>
          </p:cNvPr>
          <p:cNvSpPr/>
          <p:nvPr/>
        </p:nvSpPr>
        <p:spPr>
          <a:xfrm>
            <a:off x="4268928" y="297078"/>
            <a:ext cx="9749185" cy="2202515"/>
          </a:xfrm>
          <a:custGeom>
            <a:avLst/>
            <a:gdLst/>
            <a:ahLst/>
            <a:cxnLst/>
            <a:rect l="l" t="t" r="r" b="b"/>
            <a:pathLst>
              <a:path w="12325200" h="1724841">
                <a:moveTo>
                  <a:pt x="0" y="0"/>
                </a:moveTo>
                <a:lnTo>
                  <a:pt x="12325200" y="0"/>
                </a:lnTo>
                <a:lnTo>
                  <a:pt x="12325200" y="1724841"/>
                </a:lnTo>
                <a:lnTo>
                  <a:pt x="0" y="172484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-251" b="-25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11474" y="131921"/>
            <a:ext cx="13664747" cy="15653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6000" b="1">
                <a:solidFill>
                  <a:srgbClr val="262626"/>
                </a:solidFill>
                <a:latin typeface="Times New Roman"/>
                <a:ea typeface="Times New Roman Bold"/>
                <a:cs typeface="Times New Roman Bold"/>
              </a:rPr>
              <a:t>Machine learning approach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B5F1CD-D9FA-A59E-C3B1-ACD08C331161}"/>
              </a:ext>
            </a:extLst>
          </p:cNvPr>
          <p:cNvSpPr txBox="1"/>
          <p:nvPr/>
        </p:nvSpPr>
        <p:spPr>
          <a:xfrm>
            <a:off x="614150" y="2908679"/>
            <a:ext cx="13118910" cy="83099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3200" b="1">
                <a:latin typeface="Times New Roman"/>
                <a:cs typeface="Times New Roman"/>
              </a:rPr>
              <a:t>Averaged Embedding per Influencer</a:t>
            </a:r>
          </a:p>
          <a:p>
            <a:endParaRPr lang="en-US" sz="3200" b="1">
              <a:latin typeface="Times New Roman"/>
              <a:ea typeface="+mn-lt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For each influencer:</a:t>
            </a:r>
            <a:endParaRPr lang="en-US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 20 posts → 20 caption/image embeddings.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 Compute the average embedding vector to represent that influencer</a:t>
            </a:r>
            <a:endParaRPr lang="en-US"/>
          </a:p>
          <a:p>
            <a:endParaRPr lang="en-US" sz="320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Results in </a:t>
            </a:r>
            <a:r>
              <a:rPr lang="en-US" sz="3200">
                <a:ea typeface="+mn-lt"/>
                <a:cs typeface="+mn-lt"/>
              </a:rPr>
              <a:t>1 Username 1 Averaged Embedding, 1 Category</a:t>
            </a:r>
            <a:endParaRPr lang="en-US" sz="320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320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ea typeface="Calibri"/>
                <a:cs typeface="Calibri"/>
              </a:rPr>
              <a:t>Machine learning models</a:t>
            </a:r>
          </a:p>
          <a:p>
            <a:pPr>
              <a:buFont typeface="Arial"/>
              <a:buChar char="•"/>
            </a:pPr>
            <a:endParaRPr lang="en-US" sz="320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 Support Vector Machine (SVM)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 Random Forest (RF)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 K-Nearest Neighbors (KNN)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3200">
                <a:ea typeface="+mn-lt"/>
                <a:cs typeface="+mn-lt"/>
              </a:rPr>
              <a:t> Naive Bayes</a:t>
            </a:r>
            <a:endParaRPr lang="en-US"/>
          </a:p>
          <a:p>
            <a:pPr marL="457200" indent="-457200">
              <a:buFont typeface="Arial"/>
              <a:buChar char="•"/>
            </a:pPr>
            <a:endParaRPr lang="en-US" sz="32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25563" y="9310643"/>
            <a:ext cx="1128835" cy="722762"/>
          </a:xfrm>
          <a:custGeom>
            <a:avLst/>
            <a:gdLst/>
            <a:ahLst/>
            <a:cxnLst/>
            <a:rect l="l" t="t" r="r" b="b"/>
            <a:pathLst>
              <a:path w="1128835" h="722762">
                <a:moveTo>
                  <a:pt x="0" y="0"/>
                </a:moveTo>
                <a:lnTo>
                  <a:pt x="1128835" y="0"/>
                </a:lnTo>
                <a:lnTo>
                  <a:pt x="1128835" y="722762"/>
                </a:lnTo>
                <a:lnTo>
                  <a:pt x="0" y="722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6" r="-12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4072" y="1077286"/>
            <a:ext cx="247934" cy="519408"/>
          </a:xfrm>
          <a:custGeom>
            <a:avLst/>
            <a:gdLst/>
            <a:ahLst/>
            <a:cxnLst/>
            <a:rect l="l" t="t" r="r" b="b"/>
            <a:pathLst>
              <a:path w="247934" h="519408">
                <a:moveTo>
                  <a:pt x="0" y="0"/>
                </a:moveTo>
                <a:lnTo>
                  <a:pt x="247934" y="0"/>
                </a:lnTo>
                <a:lnTo>
                  <a:pt x="247934" y="519408"/>
                </a:lnTo>
                <a:lnTo>
                  <a:pt x="0" y="519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1" r="-142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3418" y="36910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4601" y="2564365"/>
            <a:ext cx="10360447" cy="7389828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" b="-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309500" y="842988"/>
            <a:ext cx="9692400" cy="1724841"/>
          </a:xfrm>
          <a:custGeom>
            <a:avLst/>
            <a:gdLst/>
            <a:ahLst/>
            <a:cxnLst/>
            <a:rect l="l" t="t" r="r" b="b"/>
            <a:pathLst>
              <a:path w="9692400" h="1724841">
                <a:moveTo>
                  <a:pt x="0" y="0"/>
                </a:moveTo>
                <a:lnTo>
                  <a:pt x="9692400" y="0"/>
                </a:lnTo>
                <a:lnTo>
                  <a:pt x="9692400" y="1724841"/>
                </a:lnTo>
                <a:lnTo>
                  <a:pt x="0" y="1724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231" b="-231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17875" y="846232"/>
            <a:ext cx="152527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Random Forest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F1FAD1-A61B-75CD-CD95-911EE52E1C6A}"/>
              </a:ext>
            </a:extLst>
          </p:cNvPr>
          <p:cNvSpPr txBox="1"/>
          <p:nvPr/>
        </p:nvSpPr>
        <p:spPr>
          <a:xfrm>
            <a:off x="1578429" y="2766785"/>
            <a:ext cx="9398000" cy="7263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YAFcfkb7jcU_0"/>
                <a:cs typeface="Times New Roman"/>
              </a:rPr>
              <a:t>Overview:</a:t>
            </a:r>
          </a:p>
          <a:p>
            <a:r>
              <a:rPr lang="en-US" sz="3200">
                <a:latin typeface="Times New Roman"/>
                <a:ea typeface="YAFcfkb7jcU_0"/>
                <a:cs typeface="Times New Roman"/>
              </a:rPr>
              <a:t>Random Forest is an ensemble of decision trees that vote together to decide the influencer’s category.</a:t>
            </a:r>
          </a:p>
          <a:p>
            <a:endParaRPr lang="en-US" sz="3200">
              <a:latin typeface="Times New Roman"/>
              <a:ea typeface="YAFcfkb7jcU_0"/>
              <a:cs typeface="YAFcfkb7jcU_0"/>
            </a:endParaRPr>
          </a:p>
          <a:p>
            <a:r>
              <a:rPr lang="en-US" sz="3200" b="1">
                <a:latin typeface="Times New Roman"/>
                <a:ea typeface="YAFcfkb7jcU_0"/>
                <a:cs typeface="Times New Roman"/>
              </a:rPr>
              <a:t>How It Works :</a:t>
            </a:r>
          </a:p>
          <a:p>
            <a:pPr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Each influencer is represented by a feature vector (the fused image + caption embedding).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Multiple decision trees learn patterns in the embeddings (e.g., clusters of fashion vs. travel influencers).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pPr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Each tree predicts a category, and the forest takes the majority vote.</a:t>
            </a:r>
            <a:endParaRPr lang="en-US" sz="3200">
              <a:latin typeface="Times New Roman"/>
              <a:ea typeface="Calibri"/>
              <a:cs typeface="Times New Roman"/>
            </a:endParaRPr>
          </a:p>
          <a:p>
            <a:endParaRPr lang="en-US" sz="3200">
              <a:latin typeface="Times New Roman"/>
              <a:ea typeface="YAFcfkb7jcU_0"/>
              <a:cs typeface="YAFcfkb7jcU_0"/>
            </a:endParaRPr>
          </a:p>
          <a:p>
            <a:r>
              <a:rPr lang="en-US" sz="3200" b="1">
                <a:latin typeface="Times New Roman"/>
                <a:cs typeface="Times New Roman"/>
              </a:rPr>
              <a:t>Prediction : </a:t>
            </a:r>
            <a:endParaRPr lang="en-US" sz="3200" b="1">
              <a:latin typeface="Times New Roman"/>
              <a:ea typeface="Calibri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A9F23E2F-2EEE-40D1-CB00-84F3DB82E67A}"/>
              </a:ext>
            </a:extLst>
          </p:cNvPr>
          <p:cNvSpPr/>
          <p:nvPr/>
        </p:nvSpPr>
        <p:spPr>
          <a:xfrm>
            <a:off x="12334886" y="3126792"/>
            <a:ext cx="4935733" cy="5031257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" b="-3"/>
            </a:stretch>
          </a:blipFill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AE9232-CC86-BD99-9F9A-0C65A6D9AB85}"/>
              </a:ext>
            </a:extLst>
          </p:cNvPr>
          <p:cNvSpPr txBox="1"/>
          <p:nvPr/>
        </p:nvSpPr>
        <p:spPr>
          <a:xfrm>
            <a:off x="13021276" y="3656373"/>
            <a:ext cx="375072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Calibri"/>
                <a:cs typeface="Calibri"/>
              </a:rPr>
              <a:t>Hyperparameters : 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r>
              <a:rPr lang="en-US" sz="3200" err="1">
                <a:latin typeface="Times New Roman"/>
                <a:ea typeface="Calibri"/>
                <a:cs typeface="Calibri"/>
              </a:rPr>
              <a:t>n_estimators</a:t>
            </a:r>
            <a:r>
              <a:rPr lang="en-US" sz="3200">
                <a:latin typeface="Times New Roman"/>
                <a:ea typeface="Calibri"/>
                <a:cs typeface="Calibri"/>
              </a:rPr>
              <a:t> = 200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r>
              <a:rPr lang="en-US" sz="3200" err="1">
                <a:latin typeface="Times New Roman"/>
                <a:ea typeface="Calibri"/>
                <a:cs typeface="Calibri"/>
              </a:rPr>
              <a:t>max_depth</a:t>
            </a:r>
            <a:r>
              <a:rPr lang="en-US" sz="3200">
                <a:latin typeface="Times New Roman"/>
                <a:ea typeface="Calibri"/>
                <a:cs typeface="Calibri"/>
              </a:rPr>
              <a:t> = 20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r>
              <a:rPr lang="en-US" sz="3200" err="1">
                <a:latin typeface="Times New Roman"/>
                <a:ea typeface="Calibri"/>
                <a:cs typeface="Calibri"/>
              </a:rPr>
              <a:t>min_sample_leaf</a:t>
            </a:r>
            <a:r>
              <a:rPr lang="en-US" sz="3200">
                <a:latin typeface="Times New Roman"/>
                <a:ea typeface="Calibri"/>
                <a:cs typeface="Calibri"/>
              </a:rPr>
              <a:t> = 5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8E033058-6A42-0AA4-951C-A1E9E066B78D}"/>
              </a:ext>
            </a:extLst>
          </p:cNvPr>
          <p:cNvSpPr/>
          <p:nvPr/>
        </p:nvSpPr>
        <p:spPr>
          <a:xfrm>
            <a:off x="12248" y="387972"/>
            <a:ext cx="2747713" cy="2361720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9" r="-9"/>
            </a:stretch>
          </a:blipFill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BBBE3F-A7F0-89FE-A115-B288A0AB82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10429" y="8407970"/>
            <a:ext cx="6839858" cy="12661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F55D8-FBC6-6DF4-A1B7-43E829A16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8624DD4-601B-7040-C888-5EA67A9402A9}"/>
              </a:ext>
            </a:extLst>
          </p:cNvPr>
          <p:cNvSpPr/>
          <p:nvPr/>
        </p:nvSpPr>
        <p:spPr>
          <a:xfrm>
            <a:off x="16425563" y="9310643"/>
            <a:ext cx="1128835" cy="722762"/>
          </a:xfrm>
          <a:custGeom>
            <a:avLst/>
            <a:gdLst/>
            <a:ahLst/>
            <a:cxnLst/>
            <a:rect l="l" t="t" r="r" b="b"/>
            <a:pathLst>
              <a:path w="1128835" h="722762">
                <a:moveTo>
                  <a:pt x="0" y="0"/>
                </a:moveTo>
                <a:lnTo>
                  <a:pt x="1128835" y="0"/>
                </a:lnTo>
                <a:lnTo>
                  <a:pt x="1128835" y="722762"/>
                </a:lnTo>
                <a:lnTo>
                  <a:pt x="0" y="722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6" r="-126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A7B8F90-E307-A587-DF31-5B283D3A4AC0}"/>
              </a:ext>
            </a:extLst>
          </p:cNvPr>
          <p:cNvSpPr/>
          <p:nvPr/>
        </p:nvSpPr>
        <p:spPr>
          <a:xfrm>
            <a:off x="454072" y="1077286"/>
            <a:ext cx="247934" cy="519408"/>
          </a:xfrm>
          <a:custGeom>
            <a:avLst/>
            <a:gdLst/>
            <a:ahLst/>
            <a:cxnLst/>
            <a:rect l="l" t="t" r="r" b="b"/>
            <a:pathLst>
              <a:path w="247934" h="519408">
                <a:moveTo>
                  <a:pt x="0" y="0"/>
                </a:moveTo>
                <a:lnTo>
                  <a:pt x="247934" y="0"/>
                </a:lnTo>
                <a:lnTo>
                  <a:pt x="247934" y="519408"/>
                </a:lnTo>
                <a:lnTo>
                  <a:pt x="0" y="519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1" r="-1421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7E1DA8E-649E-4661-8552-EDB57D8D8EC3}"/>
              </a:ext>
            </a:extLst>
          </p:cNvPr>
          <p:cNvSpPr/>
          <p:nvPr/>
        </p:nvSpPr>
        <p:spPr>
          <a:xfrm>
            <a:off x="983418" y="36910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45E2792-6909-739F-CA55-93D127560806}"/>
              </a:ext>
            </a:extLst>
          </p:cNvPr>
          <p:cNvSpPr/>
          <p:nvPr/>
        </p:nvSpPr>
        <p:spPr>
          <a:xfrm>
            <a:off x="233602" y="2255937"/>
            <a:ext cx="13444731" cy="7988540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" b="-3"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D263853-759A-20C1-3825-297D2E444949}"/>
              </a:ext>
            </a:extLst>
          </p:cNvPr>
          <p:cNvSpPr/>
          <p:nvPr/>
        </p:nvSpPr>
        <p:spPr>
          <a:xfrm>
            <a:off x="3946643" y="842988"/>
            <a:ext cx="10381828" cy="1797413"/>
          </a:xfrm>
          <a:custGeom>
            <a:avLst/>
            <a:gdLst/>
            <a:ahLst/>
            <a:cxnLst/>
            <a:rect l="l" t="t" r="r" b="b"/>
            <a:pathLst>
              <a:path w="9692400" h="1724841">
                <a:moveTo>
                  <a:pt x="0" y="0"/>
                </a:moveTo>
                <a:lnTo>
                  <a:pt x="9692400" y="0"/>
                </a:lnTo>
                <a:lnTo>
                  <a:pt x="9692400" y="1724841"/>
                </a:lnTo>
                <a:lnTo>
                  <a:pt x="0" y="1724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231" b="-231"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88F4592-E42A-DA9C-53C1-EBFCAAD24BC5}"/>
              </a:ext>
            </a:extLst>
          </p:cNvPr>
          <p:cNvSpPr txBox="1"/>
          <p:nvPr/>
        </p:nvSpPr>
        <p:spPr>
          <a:xfrm>
            <a:off x="1517875" y="846232"/>
            <a:ext cx="152527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</a:rPr>
              <a:t>Support Vector Machine</a:t>
            </a:r>
            <a:endParaRPr lang="en-US" sz="7000" b="1">
              <a:solidFill>
                <a:srgbClr val="262626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89077-5A90-527B-47B9-4178705EF669}"/>
              </a:ext>
            </a:extLst>
          </p:cNvPr>
          <p:cNvSpPr txBox="1"/>
          <p:nvPr/>
        </p:nvSpPr>
        <p:spPr>
          <a:xfrm>
            <a:off x="979714" y="2966358"/>
            <a:ext cx="12445998" cy="78175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rtl="0"/>
            <a:r>
              <a:rPr lang="en-US" sz="3200" b="1">
                <a:latin typeface="Times New Roman"/>
                <a:cs typeface="Times New Roman"/>
              </a:rPr>
              <a:t>Overview:</a:t>
            </a:r>
          </a:p>
          <a:p>
            <a:pPr algn="just" rtl="0"/>
            <a:r>
              <a:rPr lang="en-US" sz="3200">
                <a:latin typeface="Times New Roman"/>
                <a:cs typeface="Times New Roman"/>
              </a:rPr>
              <a:t>SVM finds the optimal hyperplane that separates influencers of different categories in the embedding space</a:t>
            </a:r>
          </a:p>
          <a:p>
            <a:pPr algn="just"/>
            <a:endParaRPr lang="en-US" sz="3200">
              <a:latin typeface="Times New Roman"/>
              <a:cs typeface="Times New Roman"/>
            </a:endParaRPr>
          </a:p>
          <a:p>
            <a:pPr algn="just" rtl="0"/>
            <a:r>
              <a:rPr lang="en-US" sz="3200" b="1">
                <a:latin typeface="Times New Roman"/>
                <a:cs typeface="Times New Roman"/>
              </a:rPr>
              <a:t>How It Works :</a:t>
            </a:r>
          </a:p>
          <a:p>
            <a:pPr algn="just" rtl="0">
              <a:buFont typeface="Arial"/>
              <a:buChar char="•"/>
            </a:pPr>
            <a:r>
              <a:rPr lang="en-US" sz="3200">
                <a:latin typeface="Times New Roman"/>
                <a:cs typeface="Times New Roman"/>
              </a:rPr>
              <a:t>Each influencer embedding is a high-dimensional point.</a:t>
            </a:r>
          </a:p>
          <a:p>
            <a:pPr algn="just" rtl="0">
              <a:buFont typeface="Arial"/>
              <a:buChar char="•"/>
            </a:pPr>
            <a:r>
              <a:rPr lang="en-US" sz="3200">
                <a:latin typeface="Times New Roman"/>
                <a:cs typeface="Times New Roman"/>
              </a:rPr>
              <a:t>SVM seeks a boundary that maximizes the margin between categories</a:t>
            </a:r>
          </a:p>
          <a:p>
            <a:pPr algn="just" rtl="0">
              <a:buFont typeface="Arial"/>
              <a:buChar char="•"/>
            </a:pPr>
            <a:r>
              <a:rPr lang="en-US" sz="3200">
                <a:latin typeface="Times New Roman"/>
                <a:cs typeface="Times New Roman"/>
              </a:rPr>
              <a:t>If categories are not linearly separable, kernel functions (e.g., RBF) project embeddings into higher dimensions.</a:t>
            </a:r>
          </a:p>
          <a:p>
            <a:pPr algn="just">
              <a:buFont typeface="Arial"/>
              <a:buChar char="•"/>
            </a:pPr>
            <a:endParaRPr lang="en-US" sz="3200">
              <a:latin typeface="Times New Roman"/>
              <a:cs typeface="Times New Roman"/>
            </a:endParaRPr>
          </a:p>
          <a:p>
            <a:pPr algn="just" rtl="0"/>
            <a:r>
              <a:rPr lang="en-US" sz="3200" b="1">
                <a:latin typeface="Times New Roman"/>
                <a:cs typeface="Times New Roman"/>
              </a:rPr>
              <a:t>Key Formula:</a:t>
            </a:r>
          </a:p>
          <a:p>
            <a:pPr algn="just" rtl="0"/>
            <a:r>
              <a:rPr lang="en-US" sz="3200">
                <a:latin typeface="Times New Roman"/>
                <a:cs typeface="Times New Roman"/>
              </a:rPr>
              <a:t>Optimization Objective :</a:t>
            </a:r>
          </a:p>
          <a:p>
            <a:pPr algn="just"/>
            <a:endParaRPr lang="en-US" sz="3200">
              <a:latin typeface="Times New Roman"/>
              <a:cs typeface="Times New Roman"/>
            </a:endParaRPr>
          </a:p>
          <a:p>
            <a:pPr algn="just"/>
            <a:r>
              <a:rPr lang="en-US" sz="3200">
                <a:latin typeface="Times New Roman"/>
                <a:cs typeface="Times New Roman"/>
              </a:rPr>
              <a:t>        Decision Function :</a:t>
            </a:r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20D0404C-91E3-1056-8B80-D3CCAECB9E88}"/>
              </a:ext>
            </a:extLst>
          </p:cNvPr>
          <p:cNvSpPr/>
          <p:nvPr/>
        </p:nvSpPr>
        <p:spPr>
          <a:xfrm>
            <a:off x="-48193" y="366376"/>
            <a:ext cx="2167143" cy="2180292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9" r="-9"/>
            </a:stretch>
          </a:blipFill>
        </p:spPr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70A071E1-FC3A-D6F0-CB75-5659D54F03F7}"/>
              </a:ext>
            </a:extLst>
          </p:cNvPr>
          <p:cNvSpPr/>
          <p:nvPr/>
        </p:nvSpPr>
        <p:spPr>
          <a:xfrm>
            <a:off x="14149171" y="2963506"/>
            <a:ext cx="3883447" cy="3924542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3" b="-3"/>
            </a:stretch>
          </a:blip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7E3C49-E9DD-8EB0-67C2-6352503B057D}"/>
              </a:ext>
            </a:extLst>
          </p:cNvPr>
          <p:cNvSpPr txBox="1"/>
          <p:nvPr/>
        </p:nvSpPr>
        <p:spPr>
          <a:xfrm>
            <a:off x="14327562" y="3638230"/>
            <a:ext cx="375072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Times New Roman"/>
                <a:ea typeface="Calibri"/>
                <a:cs typeface="Calibri"/>
              </a:rPr>
              <a:t>Hyperparameters : </a:t>
            </a:r>
            <a:endParaRPr lang="en-US"/>
          </a:p>
          <a:p>
            <a:pPr algn="ctr"/>
            <a:endParaRPr lang="en-US" sz="3200"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3200" err="1">
                <a:latin typeface="Times New Roman"/>
                <a:ea typeface="Calibri"/>
                <a:cs typeface="Calibri"/>
              </a:rPr>
              <a:t>kernal</a:t>
            </a:r>
            <a:r>
              <a:rPr lang="en-US" sz="3200">
                <a:latin typeface="Times New Roman"/>
                <a:ea typeface="Calibri"/>
                <a:cs typeface="Calibri"/>
              </a:rPr>
              <a:t> = 'rbf'</a:t>
            </a:r>
          </a:p>
          <a:p>
            <a:pPr algn="ctr"/>
            <a:endParaRPr lang="en-US" sz="3200">
              <a:latin typeface="Times New Roman"/>
              <a:ea typeface="Calibri"/>
              <a:cs typeface="Calibri"/>
            </a:endParaRPr>
          </a:p>
          <a:p>
            <a:pPr algn="ctr"/>
            <a:r>
              <a:rPr lang="en-US" sz="3200">
                <a:latin typeface="Times New Roman"/>
                <a:ea typeface="Calibri"/>
                <a:cs typeface="Calibri"/>
              </a:rPr>
              <a:t>C = 10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EBB029-C2C4-280D-BCCD-0A1E0780ACD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1" y="8376111"/>
            <a:ext cx="8182429" cy="14813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509162-C296-979C-48BF-AF717EAFC52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73715" y="7015398"/>
            <a:ext cx="10740572" cy="1826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77958B-6315-07F1-553A-6932401062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22715" y="7718996"/>
            <a:ext cx="7982857" cy="138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1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ED25AE-1D62-8612-9DC4-9447E506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F729A7-190F-F404-E9C0-9821660BA84A}"/>
              </a:ext>
            </a:extLst>
          </p:cNvPr>
          <p:cNvSpPr/>
          <p:nvPr/>
        </p:nvSpPr>
        <p:spPr>
          <a:xfrm>
            <a:off x="16425563" y="9310643"/>
            <a:ext cx="1128835" cy="722762"/>
          </a:xfrm>
          <a:custGeom>
            <a:avLst/>
            <a:gdLst/>
            <a:ahLst/>
            <a:cxnLst/>
            <a:rect l="l" t="t" r="r" b="b"/>
            <a:pathLst>
              <a:path w="1128835" h="722762">
                <a:moveTo>
                  <a:pt x="0" y="0"/>
                </a:moveTo>
                <a:lnTo>
                  <a:pt x="1128835" y="0"/>
                </a:lnTo>
                <a:lnTo>
                  <a:pt x="1128835" y="722762"/>
                </a:lnTo>
                <a:lnTo>
                  <a:pt x="0" y="722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6" r="-126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321C144-47F4-EF38-5C42-52E6D98589F7}"/>
              </a:ext>
            </a:extLst>
          </p:cNvPr>
          <p:cNvSpPr/>
          <p:nvPr/>
        </p:nvSpPr>
        <p:spPr>
          <a:xfrm>
            <a:off x="454072" y="1077286"/>
            <a:ext cx="247934" cy="519408"/>
          </a:xfrm>
          <a:custGeom>
            <a:avLst/>
            <a:gdLst/>
            <a:ahLst/>
            <a:cxnLst/>
            <a:rect l="l" t="t" r="r" b="b"/>
            <a:pathLst>
              <a:path w="247934" h="519408">
                <a:moveTo>
                  <a:pt x="0" y="0"/>
                </a:moveTo>
                <a:lnTo>
                  <a:pt x="247934" y="0"/>
                </a:lnTo>
                <a:lnTo>
                  <a:pt x="247934" y="519408"/>
                </a:lnTo>
                <a:lnTo>
                  <a:pt x="0" y="519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1" r="-1421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27AC652-0A08-CA4F-D398-F2850DC094A9}"/>
              </a:ext>
            </a:extLst>
          </p:cNvPr>
          <p:cNvSpPr/>
          <p:nvPr/>
        </p:nvSpPr>
        <p:spPr>
          <a:xfrm>
            <a:off x="983418" y="36910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48D57FD-3AFB-0B7D-3AF2-37E36AB71B5D}"/>
              </a:ext>
            </a:extLst>
          </p:cNvPr>
          <p:cNvSpPr/>
          <p:nvPr/>
        </p:nvSpPr>
        <p:spPr>
          <a:xfrm>
            <a:off x="578317" y="2020080"/>
            <a:ext cx="13118159" cy="8006683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" b="-3"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AFFB6D1-4835-88A6-E241-A11316F635D1}"/>
              </a:ext>
            </a:extLst>
          </p:cNvPr>
          <p:cNvSpPr/>
          <p:nvPr/>
        </p:nvSpPr>
        <p:spPr>
          <a:xfrm>
            <a:off x="4291357" y="516417"/>
            <a:ext cx="9692400" cy="1724841"/>
          </a:xfrm>
          <a:custGeom>
            <a:avLst/>
            <a:gdLst/>
            <a:ahLst/>
            <a:cxnLst/>
            <a:rect l="l" t="t" r="r" b="b"/>
            <a:pathLst>
              <a:path w="9692400" h="1724841">
                <a:moveTo>
                  <a:pt x="0" y="0"/>
                </a:moveTo>
                <a:lnTo>
                  <a:pt x="9692400" y="0"/>
                </a:lnTo>
                <a:lnTo>
                  <a:pt x="9692400" y="1724841"/>
                </a:lnTo>
                <a:lnTo>
                  <a:pt x="0" y="1724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231" b="-231"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0B29CD6-327E-13D9-9290-BFD5EBED9EEA}"/>
              </a:ext>
            </a:extLst>
          </p:cNvPr>
          <p:cNvSpPr txBox="1"/>
          <p:nvPr/>
        </p:nvSpPr>
        <p:spPr>
          <a:xfrm>
            <a:off x="1517875" y="646660"/>
            <a:ext cx="152527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 Nearest Neighbors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3516C-CFF2-981D-2771-80F32BB3CA8E}"/>
              </a:ext>
            </a:extLst>
          </p:cNvPr>
          <p:cNvSpPr txBox="1"/>
          <p:nvPr/>
        </p:nvSpPr>
        <p:spPr>
          <a:xfrm>
            <a:off x="1524000" y="2258786"/>
            <a:ext cx="11556999" cy="83099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rtl="0"/>
            <a:r>
              <a:rPr lang="en-US" sz="3200" b="1">
                <a:latin typeface="Times New Roman"/>
                <a:cs typeface="Times New Roman"/>
              </a:rPr>
              <a:t>Overview:</a:t>
            </a:r>
          </a:p>
          <a:p>
            <a:pPr algn="just" rtl="0"/>
            <a:r>
              <a:rPr lang="en-US" sz="3200">
                <a:latin typeface="Times New Roman"/>
                <a:cs typeface="Times New Roman"/>
              </a:rPr>
              <a:t>KNN classifies an influencer by comparing their embedding to other influencers’ embeddings and finding the k closest.</a:t>
            </a:r>
          </a:p>
          <a:p>
            <a:pPr algn="just"/>
            <a:endParaRPr lang="en-US" sz="3200">
              <a:latin typeface="Times New Roman"/>
              <a:cs typeface="Times New Roman"/>
            </a:endParaRPr>
          </a:p>
          <a:p>
            <a:pPr algn="just" rtl="0"/>
            <a:r>
              <a:rPr lang="en-US" sz="3200" b="1">
                <a:latin typeface="Times New Roman"/>
                <a:cs typeface="Times New Roman"/>
              </a:rPr>
              <a:t>How It Works :</a:t>
            </a:r>
          </a:p>
          <a:p>
            <a:pPr algn="just" rtl="0"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Each influencer’s embedding (image + text) represents their content style</a:t>
            </a:r>
          </a:p>
          <a:p>
            <a:pPr algn="just" rtl="0"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KNN finds the most similar embeddings using a distance metric</a:t>
            </a:r>
          </a:p>
          <a:p>
            <a:pPr algn="just" rtl="0"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The influencer’s category is determined by the majority label among their nearest neighbors</a:t>
            </a:r>
          </a:p>
          <a:p>
            <a:pPr algn="just">
              <a:buFont typeface=""/>
              <a:buChar char="•"/>
            </a:pPr>
            <a:endParaRPr lang="en-US" sz="3200">
              <a:latin typeface="Times New Roman"/>
              <a:cs typeface="Times New Roman"/>
            </a:endParaRPr>
          </a:p>
          <a:p>
            <a:pPr algn="just" rtl="0"/>
            <a:r>
              <a:rPr lang="en-US" sz="3200" b="1">
                <a:latin typeface="Times New Roman"/>
                <a:cs typeface="Times New Roman"/>
              </a:rPr>
              <a:t>Key Formulas:</a:t>
            </a:r>
          </a:p>
          <a:p>
            <a:pPr algn="just" rtl="0"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Distance :</a:t>
            </a:r>
          </a:p>
          <a:p>
            <a:pPr algn="just">
              <a:buFont typeface=""/>
              <a:buChar char="•"/>
            </a:pPr>
            <a:endParaRPr lang="en-US" sz="3200">
              <a:latin typeface="Times New Roman"/>
              <a:cs typeface="Times New Roman"/>
            </a:endParaRPr>
          </a:p>
          <a:p>
            <a:pPr algn="just" rtl="0">
              <a:buFont typeface=""/>
              <a:buChar char="•"/>
            </a:pPr>
            <a:r>
              <a:rPr lang="en-US" sz="3200">
                <a:latin typeface="Times New Roman"/>
                <a:cs typeface="Times New Roman"/>
              </a:rPr>
              <a:t>Prediction :  </a:t>
            </a:r>
          </a:p>
          <a:p>
            <a:endParaRPr lang="en-US"/>
          </a:p>
          <a:p>
            <a:endParaRPr lang="en-US"/>
          </a:p>
          <a:p>
            <a:pPr algn="ctr"/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21F2F57-2AA9-86F3-2E15-5683E515D218}"/>
              </a:ext>
            </a:extLst>
          </p:cNvPr>
          <p:cNvSpPr/>
          <p:nvPr/>
        </p:nvSpPr>
        <p:spPr>
          <a:xfrm>
            <a:off x="17573247" y="8595071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180FDA8-157A-9B8C-B650-73116B2C0924}"/>
              </a:ext>
            </a:extLst>
          </p:cNvPr>
          <p:cNvSpPr/>
          <p:nvPr/>
        </p:nvSpPr>
        <p:spPr>
          <a:xfrm>
            <a:off x="14167314" y="2564362"/>
            <a:ext cx="3611306" cy="3851972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3" b="-3"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EC1DE7-82EE-8919-7936-FFAD7D4E26E4}"/>
              </a:ext>
            </a:extLst>
          </p:cNvPr>
          <p:cNvSpPr txBox="1"/>
          <p:nvPr/>
        </p:nvSpPr>
        <p:spPr>
          <a:xfrm>
            <a:off x="14363848" y="3057659"/>
            <a:ext cx="375072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Calibri"/>
                <a:cs typeface="Calibri"/>
              </a:rPr>
              <a:t>Hyperparameters : 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r>
              <a:rPr lang="en-US" sz="3200" err="1">
                <a:latin typeface="Times New Roman"/>
                <a:ea typeface="Calibri"/>
                <a:cs typeface="Calibri"/>
              </a:rPr>
              <a:t>n_neighbors</a:t>
            </a:r>
            <a:r>
              <a:rPr lang="en-US" sz="3200">
                <a:latin typeface="Times New Roman"/>
                <a:ea typeface="Calibri"/>
                <a:cs typeface="Calibri"/>
              </a:rPr>
              <a:t> = 11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r>
              <a:rPr lang="en-US" sz="3200">
                <a:latin typeface="Times New Roman"/>
                <a:ea typeface="Calibri"/>
                <a:cs typeface="Calibri"/>
              </a:rPr>
              <a:t>weights = 'distance'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6A75FC3D-297C-58E5-B66D-A73C73419105}"/>
              </a:ext>
            </a:extLst>
          </p:cNvPr>
          <p:cNvSpPr/>
          <p:nvPr/>
        </p:nvSpPr>
        <p:spPr>
          <a:xfrm>
            <a:off x="-259895" y="206543"/>
            <a:ext cx="2856571" cy="2361720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9" r="-9"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E0168-1BCC-23EA-BEBA-F5912FEB137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00286" y="8285397"/>
            <a:ext cx="7293429" cy="1336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ED5B41-C9B1-B956-0DD5-582E5815C27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03287" y="7890969"/>
            <a:ext cx="7710715" cy="107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61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3161D3-ECC0-530E-E236-3CAF048D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FC81A0-B574-C507-7ABF-9A967510422D}"/>
              </a:ext>
            </a:extLst>
          </p:cNvPr>
          <p:cNvSpPr/>
          <p:nvPr/>
        </p:nvSpPr>
        <p:spPr>
          <a:xfrm>
            <a:off x="16425563" y="9310643"/>
            <a:ext cx="1128835" cy="722762"/>
          </a:xfrm>
          <a:custGeom>
            <a:avLst/>
            <a:gdLst/>
            <a:ahLst/>
            <a:cxnLst/>
            <a:rect l="l" t="t" r="r" b="b"/>
            <a:pathLst>
              <a:path w="1128835" h="722762">
                <a:moveTo>
                  <a:pt x="0" y="0"/>
                </a:moveTo>
                <a:lnTo>
                  <a:pt x="1128835" y="0"/>
                </a:lnTo>
                <a:lnTo>
                  <a:pt x="1128835" y="722762"/>
                </a:lnTo>
                <a:lnTo>
                  <a:pt x="0" y="7227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6" r="-126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E72C116-185D-F8C8-636E-908D561EC7BD}"/>
              </a:ext>
            </a:extLst>
          </p:cNvPr>
          <p:cNvSpPr/>
          <p:nvPr/>
        </p:nvSpPr>
        <p:spPr>
          <a:xfrm>
            <a:off x="454072" y="1077286"/>
            <a:ext cx="247934" cy="519408"/>
          </a:xfrm>
          <a:custGeom>
            <a:avLst/>
            <a:gdLst/>
            <a:ahLst/>
            <a:cxnLst/>
            <a:rect l="l" t="t" r="r" b="b"/>
            <a:pathLst>
              <a:path w="247934" h="519408">
                <a:moveTo>
                  <a:pt x="0" y="0"/>
                </a:moveTo>
                <a:lnTo>
                  <a:pt x="247934" y="0"/>
                </a:lnTo>
                <a:lnTo>
                  <a:pt x="247934" y="519408"/>
                </a:lnTo>
                <a:lnTo>
                  <a:pt x="0" y="519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1" r="-1421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0705246-40E9-756A-3FA5-9E1F296FCAFF}"/>
              </a:ext>
            </a:extLst>
          </p:cNvPr>
          <p:cNvSpPr/>
          <p:nvPr/>
        </p:nvSpPr>
        <p:spPr>
          <a:xfrm>
            <a:off x="983418" y="36910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6347755-B2AD-8105-7EDF-8D8A39FFA0A7}"/>
              </a:ext>
            </a:extLst>
          </p:cNvPr>
          <p:cNvSpPr/>
          <p:nvPr/>
        </p:nvSpPr>
        <p:spPr>
          <a:xfrm>
            <a:off x="487603" y="2110794"/>
            <a:ext cx="12936730" cy="7861541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3" b="-3"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75100E9-8B7D-B72C-E1A5-B3FD18A91089}"/>
              </a:ext>
            </a:extLst>
          </p:cNvPr>
          <p:cNvSpPr/>
          <p:nvPr/>
        </p:nvSpPr>
        <p:spPr>
          <a:xfrm>
            <a:off x="4291357" y="570845"/>
            <a:ext cx="9692400" cy="1724841"/>
          </a:xfrm>
          <a:custGeom>
            <a:avLst/>
            <a:gdLst/>
            <a:ahLst/>
            <a:cxnLst/>
            <a:rect l="l" t="t" r="r" b="b"/>
            <a:pathLst>
              <a:path w="9692400" h="1724841">
                <a:moveTo>
                  <a:pt x="0" y="0"/>
                </a:moveTo>
                <a:lnTo>
                  <a:pt x="9692400" y="0"/>
                </a:lnTo>
                <a:lnTo>
                  <a:pt x="9692400" y="1724841"/>
                </a:lnTo>
                <a:lnTo>
                  <a:pt x="0" y="1724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231" b="-231"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FF7C14A-E608-B28E-1141-FB3B8CF12092}"/>
              </a:ext>
            </a:extLst>
          </p:cNvPr>
          <p:cNvSpPr txBox="1"/>
          <p:nvPr/>
        </p:nvSpPr>
        <p:spPr>
          <a:xfrm>
            <a:off x="1517875" y="646661"/>
            <a:ext cx="152527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Naive Bayes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69C531-1F46-4EBF-09A2-72B189E685AA}"/>
              </a:ext>
            </a:extLst>
          </p:cNvPr>
          <p:cNvSpPr txBox="1"/>
          <p:nvPr/>
        </p:nvSpPr>
        <p:spPr>
          <a:xfrm>
            <a:off x="1524001" y="2186213"/>
            <a:ext cx="11357427" cy="82484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3200" b="1">
                <a:latin typeface="Times New Roman"/>
                <a:ea typeface="+mn-lt"/>
                <a:cs typeface="+mn-lt"/>
              </a:rPr>
              <a:t>Overview:</a:t>
            </a:r>
          </a:p>
          <a:p>
            <a:pPr algn="just"/>
            <a:r>
              <a:rPr lang="en-US" sz="3200">
                <a:latin typeface="Times New Roman"/>
                <a:ea typeface="+mn-lt"/>
                <a:cs typeface="+mn-lt"/>
              </a:rPr>
              <a:t>Naive Bayes is a probabilistic classifier that predicts influencer categories based on conditional probabilities of features (here, embedding dimensions).</a:t>
            </a:r>
            <a:endParaRPr lang="en-US" sz="3200">
              <a:latin typeface="Times New Roman"/>
              <a:cs typeface="Times New Roman"/>
            </a:endParaRPr>
          </a:p>
          <a:p>
            <a:pPr algn="just"/>
            <a:endParaRPr lang="en-US" sz="320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sz="3200" b="1">
                <a:latin typeface="Times New Roman"/>
                <a:ea typeface="+mn-lt"/>
                <a:cs typeface="+mn-lt"/>
              </a:rPr>
              <a:t>How It Works :</a:t>
            </a:r>
          </a:p>
          <a:p>
            <a:pPr marL="285750" indent="-285750" algn="just">
              <a:buFont typeface="Arial"/>
              <a:buChar char="•"/>
            </a:pPr>
            <a:r>
              <a:rPr lang="en-US" sz="3200">
                <a:latin typeface="Times New Roman"/>
                <a:ea typeface="+mn-lt"/>
                <a:cs typeface="+mn-lt"/>
              </a:rPr>
              <a:t>Treats each dimension in the embedding vector as a feature.</a:t>
            </a:r>
            <a:endParaRPr lang="en-US" sz="3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3200">
                <a:latin typeface="Times New Roman"/>
                <a:ea typeface="+mn-lt"/>
                <a:cs typeface="+mn-lt"/>
              </a:rPr>
              <a:t>Estimates the probability of an embedding belonging to each influencer category.</a:t>
            </a:r>
          </a:p>
          <a:p>
            <a:pPr marL="285750" indent="-285750" algn="just">
              <a:buFont typeface="Arial"/>
              <a:buChar char="•"/>
            </a:pPr>
            <a:r>
              <a:rPr lang="en-US" sz="3200">
                <a:latin typeface="Times New Roman"/>
                <a:ea typeface="+mn-lt"/>
                <a:cs typeface="+mn-lt"/>
              </a:rPr>
              <a:t>Chooses the class with the highest posterior probability.</a:t>
            </a:r>
          </a:p>
          <a:p>
            <a:pPr marL="285750" indent="-285750" algn="just">
              <a:buFont typeface="Arial"/>
              <a:buChar char="•"/>
            </a:pPr>
            <a:endParaRPr lang="en-US" sz="320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sz="3200" b="1">
                <a:latin typeface="Times New Roman"/>
                <a:ea typeface="+mn-lt"/>
                <a:cs typeface="+mn-lt"/>
              </a:rPr>
              <a:t>Key Formula :</a:t>
            </a:r>
            <a:endParaRPr lang="en-US" sz="3200" b="1">
              <a:latin typeface="Times New Roman"/>
              <a:cs typeface="Times New Roman"/>
            </a:endParaRPr>
          </a:p>
          <a:p>
            <a:pPr algn="just"/>
            <a:endParaRPr lang="en-US" sz="3200" b="1">
              <a:latin typeface="Times New Roman"/>
              <a:ea typeface="+mn-lt"/>
              <a:cs typeface="+mn-lt"/>
            </a:endParaRPr>
          </a:p>
          <a:p>
            <a:pPr algn="just"/>
            <a:endParaRPr lang="en-US" sz="320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sz="3200">
                <a:latin typeface="Times New Roman"/>
                <a:ea typeface="+mn-lt"/>
                <a:cs typeface="+mn-lt"/>
              </a:rPr>
              <a:t>       Prediction :</a:t>
            </a:r>
          </a:p>
          <a:p>
            <a:endParaRPr lang="en-US" sz="3200">
              <a:latin typeface="Times New Roman"/>
              <a:ea typeface="Calibri"/>
              <a:cs typeface="Times New Roman"/>
            </a:endParaRPr>
          </a:p>
          <a:p>
            <a:pPr algn="ctr"/>
            <a:endParaRPr 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F6507445-662C-B200-72C4-5515861EF0DE}"/>
              </a:ext>
            </a:extLst>
          </p:cNvPr>
          <p:cNvSpPr/>
          <p:nvPr/>
        </p:nvSpPr>
        <p:spPr>
          <a:xfrm>
            <a:off x="-48193" y="330091"/>
            <a:ext cx="2167143" cy="2216577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9" r="-9"/>
            </a:stretch>
          </a:blipFill>
        </p:spPr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DAFE3DFC-4533-47C6-E965-520D5A040FD0}"/>
              </a:ext>
            </a:extLst>
          </p:cNvPr>
          <p:cNvSpPr/>
          <p:nvPr/>
        </p:nvSpPr>
        <p:spPr>
          <a:xfrm>
            <a:off x="17573247" y="826850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7E43E6A-0FBD-30D9-8528-B737620D26B5}"/>
              </a:ext>
            </a:extLst>
          </p:cNvPr>
          <p:cNvSpPr/>
          <p:nvPr/>
        </p:nvSpPr>
        <p:spPr>
          <a:xfrm>
            <a:off x="13931459" y="2582506"/>
            <a:ext cx="3974158" cy="2926686"/>
          </a:xfrm>
          <a:custGeom>
            <a:avLst/>
            <a:gdLst/>
            <a:ahLst/>
            <a:cxnLst/>
            <a:rect l="l" t="t" r="r" b="b"/>
            <a:pathLst>
              <a:path w="9380734" h="7008830">
                <a:moveTo>
                  <a:pt x="0" y="0"/>
                </a:moveTo>
                <a:lnTo>
                  <a:pt x="9380734" y="0"/>
                </a:lnTo>
                <a:lnTo>
                  <a:pt x="9380734" y="7008830"/>
                </a:lnTo>
                <a:lnTo>
                  <a:pt x="0" y="70088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3" b="-3"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B617C2-9F1A-CC13-F302-FDBDEC677625}"/>
              </a:ext>
            </a:extLst>
          </p:cNvPr>
          <p:cNvSpPr txBox="1"/>
          <p:nvPr/>
        </p:nvSpPr>
        <p:spPr>
          <a:xfrm>
            <a:off x="14000991" y="3184659"/>
            <a:ext cx="4821154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Times New Roman"/>
                <a:ea typeface="Calibri"/>
                <a:cs typeface="Calibri"/>
              </a:rPr>
              <a:t>Hyperparameters : </a:t>
            </a:r>
            <a:endParaRPr lang="en-US"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r>
              <a:rPr lang="en-US" sz="3200">
                <a:latin typeface="Times New Roman"/>
                <a:ea typeface="Calibri"/>
                <a:cs typeface="Calibri"/>
              </a:rPr>
              <a:t>var_smoothing = 1e-6</a:t>
            </a:r>
          </a:p>
          <a:p>
            <a:endParaRPr lang="en-US" sz="3200">
              <a:latin typeface="Times New Roman"/>
              <a:ea typeface="Calibri"/>
              <a:cs typeface="Calibri"/>
            </a:endParaRPr>
          </a:p>
          <a:p>
            <a:endParaRPr lang="en-US" sz="3200">
              <a:latin typeface="Times New Roman"/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C8DE6C-3433-2EFB-FCCC-8B2AF2FE859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10429" y="7082214"/>
            <a:ext cx="6694715" cy="12932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2EC416-6B5E-125D-DBB3-B7A5B0FFBF3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91429" y="8579101"/>
            <a:ext cx="6168570" cy="134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37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1402" y="406453"/>
            <a:ext cx="847298" cy="872994"/>
          </a:xfrm>
          <a:custGeom>
            <a:avLst/>
            <a:gdLst/>
            <a:ahLst/>
            <a:cxnLst/>
            <a:rect l="l" t="t" r="r" b="b"/>
            <a:pathLst>
              <a:path w="847298" h="872994">
                <a:moveTo>
                  <a:pt x="0" y="0"/>
                </a:moveTo>
                <a:lnTo>
                  <a:pt x="847298" y="0"/>
                </a:lnTo>
                <a:lnTo>
                  <a:pt x="847298" y="872994"/>
                </a:lnTo>
                <a:lnTo>
                  <a:pt x="0" y="8729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64" b="-1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800650" y="732475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365350" y="7851750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26500" y="842950"/>
            <a:ext cx="15435600" cy="1743929"/>
          </a:xfrm>
          <a:custGeom>
            <a:avLst/>
            <a:gdLst/>
            <a:ahLst/>
            <a:cxnLst/>
            <a:rect l="l" t="t" r="r" b="b"/>
            <a:pathLst>
              <a:path w="15435600" h="1743929">
                <a:moveTo>
                  <a:pt x="0" y="0"/>
                </a:moveTo>
                <a:lnTo>
                  <a:pt x="15435600" y="0"/>
                </a:lnTo>
                <a:lnTo>
                  <a:pt x="15435600" y="1743929"/>
                </a:lnTo>
                <a:lnTo>
                  <a:pt x="0" y="17439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34" b="-23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09350" y="804850"/>
            <a:ext cx="1525275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Deep Learning Approach</a:t>
            </a:r>
          </a:p>
        </p:txBody>
      </p:sp>
      <p:sp>
        <p:nvSpPr>
          <p:cNvPr id="7" name="Freeform 7"/>
          <p:cNvSpPr/>
          <p:nvPr/>
        </p:nvSpPr>
        <p:spPr>
          <a:xfrm>
            <a:off x="15629084" y="8296050"/>
            <a:ext cx="2071230" cy="1555120"/>
          </a:xfrm>
          <a:custGeom>
            <a:avLst/>
            <a:gdLst/>
            <a:ahLst/>
            <a:cxnLst/>
            <a:rect l="l" t="t" r="r" b="b"/>
            <a:pathLst>
              <a:path w="2071230" h="1555120">
                <a:moveTo>
                  <a:pt x="0" y="0"/>
                </a:moveTo>
                <a:lnTo>
                  <a:pt x="2071230" y="0"/>
                </a:lnTo>
                <a:lnTo>
                  <a:pt x="2071230" y="1555120"/>
                </a:lnTo>
                <a:lnTo>
                  <a:pt x="0" y="15551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98" b="-98"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D26C49-4D2D-EC72-DB20-F13B4A23E1DB}"/>
              </a:ext>
            </a:extLst>
          </p:cNvPr>
          <p:cNvSpPr txBox="1"/>
          <p:nvPr/>
        </p:nvSpPr>
        <p:spPr>
          <a:xfrm>
            <a:off x="1295400" y="3155908"/>
            <a:ext cx="1183872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Learns features automatically from large multimodal data (text + images).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manual feature engineering through hierarchical neural layers.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Combines semantic (text) and visual (image) information for influencer prediction.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Uses an attention mechanism to focus on the most relevant posts per influencer.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Captures complex, nonlinear patterns for robust and generalizable classification.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32400" y="5994312"/>
            <a:ext cx="216599" cy="171640"/>
            <a:chOff x="0" y="0"/>
            <a:chExt cx="288798" cy="2288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798" cy="228854"/>
            </a:xfrm>
            <a:custGeom>
              <a:avLst/>
              <a:gdLst/>
              <a:ahLst/>
              <a:cxnLst/>
              <a:rect l="l" t="t" r="r" b="b"/>
              <a:pathLst>
                <a:path w="288798" h="228854">
                  <a:moveTo>
                    <a:pt x="0" y="114427"/>
                  </a:moveTo>
                  <a:cubicBezTo>
                    <a:pt x="0" y="51181"/>
                    <a:pt x="64643" y="0"/>
                    <a:pt x="144399" y="0"/>
                  </a:cubicBezTo>
                  <a:cubicBezTo>
                    <a:pt x="224155" y="0"/>
                    <a:pt x="288798" y="51181"/>
                    <a:pt x="288798" y="114427"/>
                  </a:cubicBezTo>
                  <a:cubicBezTo>
                    <a:pt x="288798" y="177673"/>
                    <a:pt x="224155" y="228854"/>
                    <a:pt x="144399" y="228854"/>
                  </a:cubicBezTo>
                  <a:cubicBezTo>
                    <a:pt x="64643" y="228854"/>
                    <a:pt x="0" y="177546"/>
                    <a:pt x="0" y="114427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880028" y="148014"/>
            <a:ext cx="13122863" cy="1505438"/>
            <a:chOff x="0" y="-28575"/>
            <a:chExt cx="17497150" cy="2007251"/>
          </a:xfrm>
        </p:grpSpPr>
        <p:sp>
          <p:nvSpPr>
            <p:cNvPr id="5" name="Freeform 5"/>
            <p:cNvSpPr/>
            <p:nvPr/>
          </p:nvSpPr>
          <p:spPr>
            <a:xfrm>
              <a:off x="2878429" y="0"/>
              <a:ext cx="11740292" cy="1978676"/>
            </a:xfrm>
            <a:custGeom>
              <a:avLst/>
              <a:gdLst/>
              <a:ahLst/>
              <a:cxnLst/>
              <a:rect l="l" t="t" r="r" b="b"/>
              <a:pathLst>
                <a:path w="11740292" h="1978676">
                  <a:moveTo>
                    <a:pt x="0" y="0"/>
                  </a:moveTo>
                  <a:lnTo>
                    <a:pt x="11740292" y="0"/>
                  </a:lnTo>
                  <a:lnTo>
                    <a:pt x="11740292" y="1978676"/>
                  </a:lnTo>
                  <a:lnTo>
                    <a:pt x="0" y="1978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226" b="-22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497150" cy="1077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4"/>
                </a:lnSpc>
              </a:pPr>
              <a:r>
                <a:rPr lang="en-US" sz="5162" b="1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Attention Mechanism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07737" y="1781145"/>
            <a:ext cx="4242228" cy="7258927"/>
            <a:chOff x="20274" y="-138081"/>
            <a:chExt cx="5656301" cy="9678565"/>
          </a:xfrm>
        </p:grpSpPr>
        <p:sp>
          <p:nvSpPr>
            <p:cNvPr id="8" name="Freeform 8"/>
            <p:cNvSpPr/>
            <p:nvPr/>
          </p:nvSpPr>
          <p:spPr>
            <a:xfrm>
              <a:off x="3626277" y="1732375"/>
              <a:ext cx="992618" cy="992618"/>
            </a:xfrm>
            <a:custGeom>
              <a:avLst/>
              <a:gdLst/>
              <a:ahLst/>
              <a:cxnLst/>
              <a:rect l="l" t="t" r="r" b="b"/>
              <a:pathLst>
                <a:path w="992618" h="992618">
                  <a:moveTo>
                    <a:pt x="0" y="0"/>
                  </a:moveTo>
                  <a:lnTo>
                    <a:pt x="992619" y="0"/>
                  </a:lnTo>
                  <a:lnTo>
                    <a:pt x="992619" y="992619"/>
                  </a:lnTo>
                  <a:lnTo>
                    <a:pt x="0" y="992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626277" y="3488521"/>
              <a:ext cx="992618" cy="992618"/>
            </a:xfrm>
            <a:custGeom>
              <a:avLst/>
              <a:gdLst/>
              <a:ahLst/>
              <a:cxnLst/>
              <a:rect l="l" t="t" r="r" b="b"/>
              <a:pathLst>
                <a:path w="992618" h="992618">
                  <a:moveTo>
                    <a:pt x="0" y="0"/>
                  </a:moveTo>
                  <a:lnTo>
                    <a:pt x="992619" y="0"/>
                  </a:lnTo>
                  <a:lnTo>
                    <a:pt x="992619" y="992618"/>
                  </a:lnTo>
                  <a:lnTo>
                    <a:pt x="0" y="992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626277" y="8547866"/>
              <a:ext cx="992618" cy="992618"/>
            </a:xfrm>
            <a:custGeom>
              <a:avLst/>
              <a:gdLst/>
              <a:ahLst/>
              <a:cxnLst/>
              <a:rect l="l" t="t" r="r" b="b"/>
              <a:pathLst>
                <a:path w="992618" h="992618">
                  <a:moveTo>
                    <a:pt x="0" y="0"/>
                  </a:moveTo>
                  <a:lnTo>
                    <a:pt x="992619" y="0"/>
                  </a:lnTo>
                  <a:lnTo>
                    <a:pt x="992619" y="992618"/>
                  </a:lnTo>
                  <a:lnTo>
                    <a:pt x="0" y="992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11675" y="5244667"/>
              <a:ext cx="221822" cy="221822"/>
            </a:xfrm>
            <a:custGeom>
              <a:avLst/>
              <a:gdLst/>
              <a:ahLst/>
              <a:cxnLst/>
              <a:rect l="l" t="t" r="r" b="b"/>
              <a:pathLst>
                <a:path w="221822" h="221822">
                  <a:moveTo>
                    <a:pt x="0" y="0"/>
                  </a:moveTo>
                  <a:lnTo>
                    <a:pt x="221822" y="0"/>
                  </a:lnTo>
                  <a:lnTo>
                    <a:pt x="221822" y="221822"/>
                  </a:lnTo>
                  <a:lnTo>
                    <a:pt x="0" y="22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4011675" y="6402945"/>
              <a:ext cx="221822" cy="221822"/>
            </a:xfrm>
            <a:custGeom>
              <a:avLst/>
              <a:gdLst/>
              <a:ahLst/>
              <a:cxnLst/>
              <a:rect l="l" t="t" r="r" b="b"/>
              <a:pathLst>
                <a:path w="221822" h="221822">
                  <a:moveTo>
                    <a:pt x="0" y="0"/>
                  </a:moveTo>
                  <a:lnTo>
                    <a:pt x="221822" y="0"/>
                  </a:lnTo>
                  <a:lnTo>
                    <a:pt x="221822" y="221822"/>
                  </a:lnTo>
                  <a:lnTo>
                    <a:pt x="0" y="22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4011675" y="7563403"/>
              <a:ext cx="221822" cy="221822"/>
            </a:xfrm>
            <a:custGeom>
              <a:avLst/>
              <a:gdLst/>
              <a:ahLst/>
              <a:cxnLst/>
              <a:rect l="l" t="t" r="r" b="b"/>
              <a:pathLst>
                <a:path w="221822" h="221822">
                  <a:moveTo>
                    <a:pt x="0" y="0"/>
                  </a:moveTo>
                  <a:lnTo>
                    <a:pt x="221822" y="0"/>
                  </a:lnTo>
                  <a:lnTo>
                    <a:pt x="221822" y="221822"/>
                  </a:lnTo>
                  <a:lnTo>
                    <a:pt x="0" y="22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3804504" y="3586936"/>
              <a:ext cx="749288" cy="6460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09"/>
                </a:lnSpc>
                <a:spcBef>
                  <a:spcPct val="0"/>
                </a:spcBef>
              </a:pP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86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03358" y="1782547"/>
              <a:ext cx="619830" cy="6460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09"/>
                </a:lnSpc>
                <a:spcBef>
                  <a:spcPct val="0"/>
                </a:spcBef>
              </a:pP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86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3069" y="8568702"/>
              <a:ext cx="770121" cy="6460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4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512</a:t>
              </a: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</a:t>
              </a:r>
            </a:p>
          </p:txBody>
        </p:sp>
        <p:sp>
          <p:nvSpPr>
            <p:cNvPr id="17" name="AutoShape 17"/>
            <p:cNvSpPr/>
            <p:nvPr/>
          </p:nvSpPr>
          <p:spPr>
            <a:xfrm flipV="1">
              <a:off x="267405" y="4263297"/>
              <a:ext cx="3358873" cy="215638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8" name="AutoShape 18"/>
            <p:cNvSpPr/>
            <p:nvPr/>
          </p:nvSpPr>
          <p:spPr>
            <a:xfrm flipV="1">
              <a:off x="267405" y="1732375"/>
              <a:ext cx="3855182" cy="140080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273478" y="3289106"/>
              <a:ext cx="3352799" cy="54139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267405" y="2182740"/>
              <a:ext cx="3358873" cy="253161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1" name="AutoShape 21"/>
            <p:cNvSpPr/>
            <p:nvPr/>
          </p:nvSpPr>
          <p:spPr>
            <a:xfrm flipV="1">
              <a:off x="267405" y="4059988"/>
              <a:ext cx="3358873" cy="84226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267405" y="3512232"/>
              <a:ext cx="3614644" cy="521203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" name="AutoShape 23"/>
            <p:cNvSpPr/>
            <p:nvPr/>
          </p:nvSpPr>
          <p:spPr>
            <a:xfrm flipV="1">
              <a:off x="25809" y="2487036"/>
              <a:ext cx="3600468" cy="340864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4" name="AutoShape 24"/>
            <p:cNvSpPr/>
            <p:nvPr/>
          </p:nvSpPr>
          <p:spPr>
            <a:xfrm flipV="1">
              <a:off x="267405" y="4485121"/>
              <a:ext cx="3855182" cy="340864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5" name="AutoShape 25"/>
            <p:cNvSpPr/>
            <p:nvPr/>
          </p:nvSpPr>
          <p:spPr>
            <a:xfrm flipV="1">
              <a:off x="20274" y="2542492"/>
              <a:ext cx="3843302" cy="509220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41284" y="6634975"/>
              <a:ext cx="3584993" cy="245104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267405" y="8140275"/>
              <a:ext cx="3855182" cy="140020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20274" y="5225526"/>
              <a:ext cx="3843302" cy="353406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95432" y="-138081"/>
              <a:ext cx="2221243" cy="530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FC layer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46774" y="344009"/>
              <a:ext cx="3329801" cy="5819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ε ℝ</a:t>
              </a:r>
              <a:r>
                <a:rPr lang="en-US" sz="2600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512×256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74943" y="863931"/>
              <a:ext cx="2568443" cy="581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ε ℝ</a:t>
              </a:r>
              <a:r>
                <a:rPr lang="en-US" sz="2600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512×1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EF27DDC-5297-6F5D-8533-B89E62D26F2C}"/>
              </a:ext>
            </a:extLst>
          </p:cNvPr>
          <p:cNvGrpSpPr/>
          <p:nvPr/>
        </p:nvGrpSpPr>
        <p:grpSpPr>
          <a:xfrm>
            <a:off x="9886549" y="1799449"/>
            <a:ext cx="4026680" cy="6587328"/>
            <a:chOff x="9886549" y="1799449"/>
            <a:chExt cx="4026680" cy="6587328"/>
          </a:xfrm>
        </p:grpSpPr>
        <p:sp>
          <p:nvSpPr>
            <p:cNvPr id="32" name="Freeform 32"/>
            <p:cNvSpPr/>
            <p:nvPr/>
          </p:nvSpPr>
          <p:spPr>
            <a:xfrm>
              <a:off x="12117601" y="5681601"/>
              <a:ext cx="671678" cy="671678"/>
            </a:xfrm>
            <a:custGeom>
              <a:avLst/>
              <a:gdLst/>
              <a:ahLst/>
              <a:cxnLst/>
              <a:rect l="l" t="t" r="r" b="b"/>
              <a:pathLst>
                <a:path w="671678" h="671678">
                  <a:moveTo>
                    <a:pt x="0" y="0"/>
                  </a:moveTo>
                  <a:lnTo>
                    <a:pt x="671678" y="0"/>
                  </a:lnTo>
                  <a:lnTo>
                    <a:pt x="671678" y="671678"/>
                  </a:lnTo>
                  <a:lnTo>
                    <a:pt x="0" y="671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3" name="Group 33"/>
            <p:cNvGrpSpPr/>
            <p:nvPr/>
          </p:nvGrpSpPr>
          <p:grpSpPr>
            <a:xfrm>
              <a:off x="9886549" y="1799449"/>
              <a:ext cx="4026680" cy="6587328"/>
              <a:chOff x="15769" y="-67490"/>
              <a:chExt cx="5368906" cy="8783104"/>
            </a:xfrm>
          </p:grpSpPr>
          <p:sp>
            <p:nvSpPr>
              <p:cNvPr id="34" name="AutoShape 34"/>
              <p:cNvSpPr/>
              <p:nvPr/>
            </p:nvSpPr>
            <p:spPr>
              <a:xfrm>
                <a:off x="237593" y="2408639"/>
                <a:ext cx="2969688" cy="2829671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35" name="AutoShape 35"/>
              <p:cNvSpPr/>
              <p:nvPr/>
            </p:nvSpPr>
            <p:spPr>
              <a:xfrm>
                <a:off x="218223" y="4097960"/>
                <a:ext cx="2767235" cy="1463359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36" name="AutoShape 36"/>
              <p:cNvSpPr/>
              <p:nvPr/>
            </p:nvSpPr>
            <p:spPr>
              <a:xfrm flipV="1">
                <a:off x="15769" y="6009105"/>
                <a:ext cx="3417474" cy="2706509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022352" y="5161127"/>
                <a:ext cx="895571" cy="65146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009"/>
                  </a:lnSpc>
                  <a:spcBef>
                    <a:spcPct val="0"/>
                  </a:spcBef>
                </a:pPr>
                <a:r>
                  <a:rPr lang="en-US" sz="2863" b="1" err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r</a:t>
                </a:r>
                <a:r>
                  <a:rPr lang="en-US" sz="2863" b="1" baseline="-25000" err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c</a:t>
                </a:r>
                <a:endParaRPr lang="en-US" sz="286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244647" y="538710"/>
                <a:ext cx="2568444" cy="58195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640"/>
                  </a:lnSpc>
                </a:pPr>
                <a:r>
                  <a:rPr lang="en-US" sz="2600" b="1" err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r</a:t>
                </a:r>
                <a:r>
                  <a:rPr lang="en-US" sz="2600" b="1" baseline="-25000" err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c</a:t>
                </a:r>
                <a:r>
                  <a:rPr lang="en-US" sz="260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 ε ℝ</a:t>
                </a:r>
                <a:r>
                  <a:rPr lang="en-US" sz="2600" b="1" baseline="30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512×1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843806" y="-67490"/>
                <a:ext cx="3540869" cy="58751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sz="260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Context vector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3153563" y="1810998"/>
            <a:ext cx="4455394" cy="6903557"/>
            <a:chOff x="19435" y="-98276"/>
            <a:chExt cx="5940523" cy="9204741"/>
          </a:xfrm>
        </p:grpSpPr>
        <p:sp>
          <p:nvSpPr>
            <p:cNvPr id="41" name="AutoShape 41"/>
            <p:cNvSpPr/>
            <p:nvPr/>
          </p:nvSpPr>
          <p:spPr>
            <a:xfrm>
              <a:off x="467536" y="2427041"/>
              <a:ext cx="3679546" cy="192398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00376" y="2205217"/>
              <a:ext cx="3379135" cy="101336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278552" y="2605718"/>
              <a:ext cx="3868530" cy="335238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19435" y="2674839"/>
              <a:ext cx="4127648" cy="490514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5" name="AutoShape 45"/>
            <p:cNvSpPr/>
            <p:nvPr/>
          </p:nvSpPr>
          <p:spPr>
            <a:xfrm flipV="1">
              <a:off x="467536" y="3439250"/>
              <a:ext cx="3411975" cy="38379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464880" y="4017139"/>
              <a:ext cx="3414631" cy="586686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278552" y="4351029"/>
              <a:ext cx="3600959" cy="190416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278552" y="4351029"/>
              <a:ext cx="3600959" cy="346539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9" name="AutoShape 49"/>
            <p:cNvSpPr/>
            <p:nvPr/>
          </p:nvSpPr>
          <p:spPr>
            <a:xfrm flipV="1">
              <a:off x="500376" y="8010524"/>
              <a:ext cx="3379135" cy="109594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0" name="AutoShape 50"/>
            <p:cNvSpPr/>
            <p:nvPr/>
          </p:nvSpPr>
          <p:spPr>
            <a:xfrm flipV="1">
              <a:off x="471584" y="6629002"/>
              <a:ext cx="3675499" cy="2221562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1" name="AutoShape 51"/>
            <p:cNvSpPr/>
            <p:nvPr/>
          </p:nvSpPr>
          <p:spPr>
            <a:xfrm flipV="1">
              <a:off x="290691" y="4987567"/>
              <a:ext cx="3588821" cy="368186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2" name="AutoShape 52"/>
            <p:cNvSpPr/>
            <p:nvPr/>
          </p:nvSpPr>
          <p:spPr>
            <a:xfrm flipV="1">
              <a:off x="278552" y="3640031"/>
              <a:ext cx="3600959" cy="502939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3" name="Freeform 53"/>
            <p:cNvSpPr/>
            <p:nvPr/>
          </p:nvSpPr>
          <p:spPr>
            <a:xfrm>
              <a:off x="3879511" y="7477892"/>
              <a:ext cx="992618" cy="992618"/>
            </a:xfrm>
            <a:custGeom>
              <a:avLst/>
              <a:gdLst/>
              <a:ahLst/>
              <a:cxnLst/>
              <a:rect l="l" t="t" r="r" b="b"/>
              <a:pathLst>
                <a:path w="992618" h="992618">
                  <a:moveTo>
                    <a:pt x="0" y="0"/>
                  </a:moveTo>
                  <a:lnTo>
                    <a:pt x="992619" y="0"/>
                  </a:lnTo>
                  <a:lnTo>
                    <a:pt x="992619" y="992619"/>
                  </a:lnTo>
                  <a:lnTo>
                    <a:pt x="0" y="992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>
              <a:off x="3879511" y="2894597"/>
              <a:ext cx="992618" cy="992618"/>
            </a:xfrm>
            <a:custGeom>
              <a:avLst/>
              <a:gdLst/>
              <a:ahLst/>
              <a:cxnLst/>
              <a:rect l="l" t="t" r="r" b="b"/>
              <a:pathLst>
                <a:path w="992618" h="992618">
                  <a:moveTo>
                    <a:pt x="0" y="0"/>
                  </a:moveTo>
                  <a:lnTo>
                    <a:pt x="992619" y="0"/>
                  </a:lnTo>
                  <a:lnTo>
                    <a:pt x="992619" y="992619"/>
                  </a:lnTo>
                  <a:lnTo>
                    <a:pt x="0" y="992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>
              <a:off x="3879511" y="4385540"/>
              <a:ext cx="992618" cy="992618"/>
            </a:xfrm>
            <a:custGeom>
              <a:avLst/>
              <a:gdLst/>
              <a:ahLst/>
              <a:cxnLst/>
              <a:rect l="l" t="t" r="r" b="b"/>
              <a:pathLst>
                <a:path w="992618" h="992618">
                  <a:moveTo>
                    <a:pt x="0" y="0"/>
                  </a:moveTo>
                  <a:lnTo>
                    <a:pt x="992619" y="0"/>
                  </a:lnTo>
                  <a:lnTo>
                    <a:pt x="992619" y="992618"/>
                  </a:lnTo>
                  <a:lnTo>
                    <a:pt x="0" y="992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>
              <a:off x="3879511" y="5870942"/>
              <a:ext cx="992618" cy="992618"/>
            </a:xfrm>
            <a:custGeom>
              <a:avLst/>
              <a:gdLst/>
              <a:ahLst/>
              <a:cxnLst/>
              <a:rect l="l" t="t" r="r" b="b"/>
              <a:pathLst>
                <a:path w="992618" h="992618">
                  <a:moveTo>
                    <a:pt x="0" y="0"/>
                  </a:moveTo>
                  <a:lnTo>
                    <a:pt x="992619" y="0"/>
                  </a:lnTo>
                  <a:lnTo>
                    <a:pt x="992619" y="992618"/>
                  </a:lnTo>
                  <a:lnTo>
                    <a:pt x="0" y="992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4055218" y="2951411"/>
              <a:ext cx="641205" cy="6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86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55218" y="4483358"/>
              <a:ext cx="641205" cy="6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86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899598" y="7692176"/>
              <a:ext cx="932182" cy="646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4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256</a:t>
              </a: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078903" y="-98276"/>
              <a:ext cx="2221243" cy="530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FC layer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19090" y="405987"/>
              <a:ext cx="3540868" cy="5819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ε ℝ</a:t>
              </a:r>
              <a:r>
                <a:rPr lang="en-US" sz="2600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256×1792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078903" y="984256"/>
              <a:ext cx="2568443" cy="5819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ε ℝ</a:t>
              </a:r>
              <a:r>
                <a:rPr lang="en-US" sz="2600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256×1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729DC50-9D7B-EDCC-1C76-CA563F3357D1}"/>
              </a:ext>
            </a:extLst>
          </p:cNvPr>
          <p:cNvGrpSpPr/>
          <p:nvPr/>
        </p:nvGrpSpPr>
        <p:grpSpPr>
          <a:xfrm>
            <a:off x="2086015" y="1850285"/>
            <a:ext cx="2497352" cy="7190750"/>
            <a:chOff x="2086015" y="1850285"/>
            <a:chExt cx="2497352" cy="7190750"/>
          </a:xfrm>
        </p:grpSpPr>
        <p:sp>
          <p:nvSpPr>
            <p:cNvPr id="69" name="Freeform 69"/>
            <p:cNvSpPr/>
            <p:nvPr/>
          </p:nvSpPr>
          <p:spPr>
            <a:xfrm>
              <a:off x="3080689" y="6576099"/>
              <a:ext cx="166366" cy="166367"/>
            </a:xfrm>
            <a:custGeom>
              <a:avLst/>
              <a:gdLst/>
              <a:ahLst/>
              <a:cxnLst/>
              <a:rect l="l" t="t" r="r" b="b"/>
              <a:pathLst>
                <a:path w="221822" h="221822">
                  <a:moveTo>
                    <a:pt x="0" y="0"/>
                  </a:moveTo>
                  <a:lnTo>
                    <a:pt x="221822" y="0"/>
                  </a:lnTo>
                  <a:lnTo>
                    <a:pt x="221822" y="221822"/>
                  </a:lnTo>
                  <a:lnTo>
                    <a:pt x="0" y="22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24654A75-9C07-0BD4-5D55-95714144F875}"/>
                </a:ext>
              </a:extLst>
            </p:cNvPr>
            <p:cNvGrpSpPr/>
            <p:nvPr/>
          </p:nvGrpSpPr>
          <p:grpSpPr>
            <a:xfrm>
              <a:off x="2086015" y="1850285"/>
              <a:ext cx="2497352" cy="7190750"/>
              <a:chOff x="2086015" y="1850285"/>
              <a:chExt cx="2497352" cy="719075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3070182" y="5779798"/>
                <a:ext cx="166366" cy="166367"/>
              </a:xfrm>
              <a:custGeom>
                <a:avLst/>
                <a:gdLst/>
                <a:ahLst/>
                <a:cxnLst/>
                <a:rect l="l" t="t" r="r" b="b"/>
                <a:pathLst>
                  <a:path w="221822" h="221822">
                    <a:moveTo>
                      <a:pt x="0" y="0"/>
                    </a:moveTo>
                    <a:lnTo>
                      <a:pt x="221822" y="0"/>
                    </a:lnTo>
                    <a:lnTo>
                      <a:pt x="221822" y="221822"/>
                    </a:lnTo>
                    <a:lnTo>
                      <a:pt x="0" y="2218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70" name="Freeform 70"/>
              <p:cNvSpPr/>
              <p:nvPr/>
            </p:nvSpPr>
            <p:spPr>
              <a:xfrm>
                <a:off x="3080689" y="7494234"/>
                <a:ext cx="166366" cy="166367"/>
              </a:xfrm>
              <a:custGeom>
                <a:avLst/>
                <a:gdLst/>
                <a:ahLst/>
                <a:cxnLst/>
                <a:rect l="l" t="t" r="r" b="b"/>
                <a:pathLst>
                  <a:path w="221822" h="221822">
                    <a:moveTo>
                      <a:pt x="0" y="0"/>
                    </a:moveTo>
                    <a:lnTo>
                      <a:pt x="221822" y="0"/>
                    </a:lnTo>
                    <a:lnTo>
                      <a:pt x="221822" y="221822"/>
                    </a:lnTo>
                    <a:lnTo>
                      <a:pt x="0" y="2218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a:blipFill>
            </p:spPr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E78BCE82-C9AC-9BFF-B6AC-F35BC0A554EF}"/>
                  </a:ext>
                </a:extLst>
              </p:cNvPr>
              <p:cNvGrpSpPr/>
              <p:nvPr/>
            </p:nvGrpSpPr>
            <p:grpSpPr>
              <a:xfrm>
                <a:off x="2086015" y="1850285"/>
                <a:ext cx="2497352" cy="7190750"/>
                <a:chOff x="2086015" y="1850285"/>
                <a:chExt cx="2497352" cy="7190750"/>
              </a:xfrm>
            </p:grpSpPr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D463075A-754E-5921-BE62-39A84EB48AD8}"/>
                    </a:ext>
                  </a:extLst>
                </p:cNvPr>
                <p:cNvGrpSpPr/>
                <p:nvPr/>
              </p:nvGrpSpPr>
              <p:grpSpPr>
                <a:xfrm>
                  <a:off x="2803191" y="3146370"/>
                  <a:ext cx="744463" cy="744464"/>
                  <a:chOff x="1420575" y="3235227"/>
                  <a:chExt cx="744463" cy="744464"/>
                </a:xfrm>
              </p:grpSpPr>
              <p:sp>
                <p:nvSpPr>
                  <p:cNvPr id="65" name="Freeform 65"/>
                  <p:cNvSpPr/>
                  <p:nvPr/>
                </p:nvSpPr>
                <p:spPr>
                  <a:xfrm>
                    <a:off x="1420575" y="3235227"/>
                    <a:ext cx="744463" cy="744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2618" h="992618">
                        <a:moveTo>
                          <a:pt x="0" y="0"/>
                        </a:moveTo>
                        <a:lnTo>
                          <a:pt x="992618" y="0"/>
                        </a:lnTo>
                        <a:lnTo>
                          <a:pt x="992618" y="992619"/>
                        </a:lnTo>
                        <a:lnTo>
                          <a:pt x="0" y="9926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a:blipFill>
                </p:spPr>
              </p:sp>
              <p:sp>
                <p:nvSpPr>
                  <p:cNvPr id="71" name="TextBox 71"/>
                  <p:cNvSpPr txBox="1"/>
                  <p:nvPr/>
                </p:nvSpPr>
                <p:spPr>
                  <a:xfrm>
                    <a:off x="1529184" y="3294031"/>
                    <a:ext cx="592340" cy="489173"/>
                  </a:xfrm>
                  <a:prstGeom prst="rect">
                    <a:avLst/>
                  </a:prstGeom>
                </p:spPr>
                <p:txBody>
                  <a:bodyPr lIns="0" tIns="0" rIns="0" bIns="0" rtlCol="0" anchor="t">
                    <a:spAutoFit/>
                  </a:bodyPr>
                  <a:lstStyle/>
                  <a:p>
                    <a:pPr algn="ctr">
                      <a:lnSpc>
                        <a:spcPts val="4030"/>
                      </a:lnSpc>
                      <a:spcBef>
                        <a:spcPct val="0"/>
                      </a:spcBef>
                    </a:pPr>
                    <a:r>
                      <a:rPr lang="en-US" sz="2878" b="1">
                        <a:solidFill>
                          <a:srgbClr val="000000"/>
                        </a:solidFill>
                        <a:latin typeface="Times New Roman MT Bold"/>
                        <a:ea typeface="Times New Roman MT Bold"/>
                        <a:cs typeface="Times New Roman MT Bold"/>
                        <a:sym typeface="Times New Roman MT Bold"/>
                      </a:rPr>
                      <a:t>x</a:t>
                    </a:r>
                    <a:r>
                      <a:rPr lang="en-US" sz="2878" b="1" baseline="-25000">
                        <a:solidFill>
                          <a:srgbClr val="000000"/>
                        </a:solidFill>
                        <a:latin typeface="Times New Roman MT Bold"/>
                        <a:ea typeface="Times New Roman MT Bold"/>
                        <a:cs typeface="Times New Roman MT Bold"/>
                        <a:sym typeface="Times New Roman MT Bold"/>
                      </a:rPr>
                      <a:t>1</a:t>
                    </a:r>
                  </a:p>
                </p:txBody>
              </p:sp>
            </p:grpSp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46E6D6FE-5CE5-EAED-CE9D-9C45C48AD193}"/>
                    </a:ext>
                  </a:extLst>
                </p:cNvPr>
                <p:cNvGrpSpPr/>
                <p:nvPr/>
              </p:nvGrpSpPr>
              <p:grpSpPr>
                <a:xfrm>
                  <a:off x="2806930" y="4502062"/>
                  <a:ext cx="744463" cy="4538973"/>
                  <a:chOff x="1420575" y="4552336"/>
                  <a:chExt cx="744463" cy="4538973"/>
                </a:xfrm>
              </p:grpSpPr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B5C0FD93-8D77-8776-9031-07729E6DA92B}"/>
                      </a:ext>
                    </a:extLst>
                  </p:cNvPr>
                  <p:cNvGrpSpPr/>
                  <p:nvPr/>
                </p:nvGrpSpPr>
                <p:grpSpPr>
                  <a:xfrm>
                    <a:off x="1420575" y="4552336"/>
                    <a:ext cx="744463" cy="744464"/>
                    <a:chOff x="1420575" y="4552336"/>
                    <a:chExt cx="744463" cy="744464"/>
                  </a:xfrm>
                </p:grpSpPr>
                <p:sp>
                  <p:nvSpPr>
                    <p:cNvPr id="64" name="TextBox 64"/>
                    <p:cNvSpPr txBox="1"/>
                    <p:nvPr/>
                  </p:nvSpPr>
                  <p:spPr>
                    <a:xfrm>
                      <a:off x="1517545" y="4595324"/>
                      <a:ext cx="592340" cy="489173"/>
                    </a:xfrm>
                    <a:prstGeom prst="rect">
                      <a:avLst/>
                    </a:prstGeom>
                  </p:spPr>
                  <p:txBody>
                    <a:bodyPr lIns="0" tIns="0" rIns="0" bIns="0" rtlCol="0" anchor="t">
                      <a:spAutoFit/>
                    </a:bodyPr>
                    <a:lstStyle/>
                    <a:p>
                      <a:pPr algn="ctr">
                        <a:lnSpc>
                          <a:spcPts val="4030"/>
                        </a:lnSpc>
                        <a:spcBef>
                          <a:spcPct val="0"/>
                        </a:spcBef>
                      </a:pPr>
                      <a:r>
                        <a:rPr lang="en-US" sz="2878" b="1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x</a:t>
                      </a:r>
                      <a:r>
                        <a:rPr lang="en-US" sz="2878" b="1" baseline="-25000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2</a:t>
                      </a:r>
                    </a:p>
                  </p:txBody>
                </p:sp>
                <p:sp>
                  <p:nvSpPr>
                    <p:cNvPr id="66" name="Freeform 66"/>
                    <p:cNvSpPr/>
                    <p:nvPr/>
                  </p:nvSpPr>
                  <p:spPr>
                    <a:xfrm>
                      <a:off x="1420575" y="4552336"/>
                      <a:ext cx="744463" cy="7444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92618" h="992618">
                          <a:moveTo>
                            <a:pt x="0" y="0"/>
                          </a:moveTo>
                          <a:lnTo>
                            <a:pt x="992618" y="0"/>
                          </a:lnTo>
                          <a:lnTo>
                            <a:pt x="992618" y="992618"/>
                          </a:lnTo>
                          <a:lnTo>
                            <a:pt x="0" y="99261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a:blipFill>
                  </p:spPr>
                </p:sp>
              </p:grpSp>
              <p:sp>
                <p:nvSpPr>
                  <p:cNvPr id="67" name="Freeform 67"/>
                  <p:cNvSpPr/>
                  <p:nvPr/>
                </p:nvSpPr>
                <p:spPr>
                  <a:xfrm>
                    <a:off x="1420575" y="8346845"/>
                    <a:ext cx="744463" cy="7444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2618" h="992618">
                        <a:moveTo>
                          <a:pt x="0" y="0"/>
                        </a:moveTo>
                        <a:lnTo>
                          <a:pt x="992618" y="0"/>
                        </a:lnTo>
                        <a:lnTo>
                          <a:pt x="992618" y="992618"/>
                        </a:lnTo>
                        <a:lnTo>
                          <a:pt x="0" y="99261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a:blipFill>
                </p:spPr>
              </p:sp>
              <p:sp>
                <p:nvSpPr>
                  <p:cNvPr id="72" name="TextBox 72"/>
                  <p:cNvSpPr txBox="1"/>
                  <p:nvPr/>
                </p:nvSpPr>
                <p:spPr>
                  <a:xfrm>
                    <a:off x="1420575" y="8379917"/>
                    <a:ext cx="717771" cy="450060"/>
                  </a:xfrm>
                  <a:prstGeom prst="rect">
                    <a:avLst/>
                  </a:prstGeom>
                </p:spPr>
                <p:txBody>
                  <a:bodyPr lIns="0" tIns="0" rIns="0" bIns="0" rtlCol="0" anchor="t">
                    <a:spAutoFit/>
                  </a:bodyPr>
                  <a:lstStyle/>
                  <a:p>
                    <a:pPr algn="ctr">
                      <a:lnSpc>
                        <a:spcPts val="4030"/>
                      </a:lnSpc>
                      <a:spcBef>
                        <a:spcPct val="0"/>
                      </a:spcBef>
                    </a:pPr>
                    <a:r>
                      <a:rPr lang="en-US" b="1">
                        <a:solidFill>
                          <a:srgbClr val="000000"/>
                        </a:solidFill>
                        <a:latin typeface="Times New Roman MT Bold"/>
                        <a:ea typeface="Times New Roman MT Bold"/>
                        <a:cs typeface="Times New Roman MT Bold"/>
                        <a:sym typeface="Times New Roman MT Bold"/>
                      </a:rPr>
                      <a:t>X</a:t>
                    </a:r>
                    <a:r>
                      <a:rPr lang="en-US" b="1" baseline="-25000">
                        <a:solidFill>
                          <a:srgbClr val="000000"/>
                        </a:solidFill>
                        <a:latin typeface="Times New Roman MT Bold"/>
                        <a:ea typeface="Times New Roman MT Bold"/>
                        <a:cs typeface="Times New Roman MT Bold"/>
                        <a:sym typeface="Times New Roman MT Bold"/>
                      </a:rPr>
                      <a:t>1792</a:t>
                    </a:r>
                  </a:p>
                </p:txBody>
              </p:sp>
            </p:grpSp>
            <p:sp>
              <p:nvSpPr>
                <p:cNvPr id="73" name="TextBox 73"/>
                <p:cNvSpPr txBox="1"/>
                <p:nvPr/>
              </p:nvSpPr>
              <p:spPr>
                <a:xfrm>
                  <a:off x="2328326" y="1850285"/>
                  <a:ext cx="1926332" cy="397545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3120"/>
                    </a:lnSpc>
                    <a:spcBef>
                      <a:spcPct val="0"/>
                    </a:spcBef>
                  </a:pPr>
                  <a:r>
                    <a:rPr lang="en-US" sz="2600" b="1">
                      <a:solidFill>
                        <a:srgbClr val="000000"/>
                      </a:solidFill>
                      <a:latin typeface="Times New Roman MT Bold"/>
                      <a:ea typeface="Times New Roman MT Bold"/>
                      <a:cs typeface="Times New Roman MT Bold"/>
                      <a:sym typeface="Times New Roman MT Bold"/>
                    </a:rPr>
                    <a:t>Input layer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2086015" y="2240082"/>
                  <a:ext cx="2497352" cy="436466"/>
                </a:xfrm>
                <a:prstGeom prst="rect">
                  <a:avLst/>
                </a:prstGeom>
              </p:spPr>
              <p:txBody>
                <a:bodyPr wrap="square" lIns="0" tIns="0" rIns="0" bIns="0" rtlCol="0" anchor="t">
                  <a:spAutoFit/>
                </a:bodyPr>
                <a:lstStyle/>
                <a:p>
                  <a:pPr algn="ctr">
                    <a:lnSpc>
                      <a:spcPts val="3640"/>
                    </a:lnSpc>
                  </a:pPr>
                  <a:r>
                    <a:rPr lang="en-US" sz="2600" b="1">
                      <a:solidFill>
                        <a:srgbClr val="000000"/>
                      </a:solidFill>
                      <a:latin typeface="Times New Roman MT Bold"/>
                      <a:ea typeface="Times New Roman MT Bold"/>
                      <a:cs typeface="Times New Roman MT Bold"/>
                      <a:sym typeface="Times New Roman MT Bold"/>
                    </a:rPr>
                    <a:t>X</a:t>
                  </a:r>
                  <a:r>
                    <a:rPr lang="en-US" sz="2600" b="1" baseline="-25000">
                      <a:solidFill>
                        <a:srgbClr val="000000"/>
                      </a:solidFill>
                      <a:latin typeface="Times New Roman MT Bold"/>
                      <a:ea typeface="Times New Roman MT Bold"/>
                      <a:cs typeface="Times New Roman MT Bold"/>
                      <a:sym typeface="Times New Roman MT Bold"/>
                    </a:rPr>
                    <a:t>i​ </a:t>
                  </a:r>
                  <a:r>
                    <a:rPr lang="en-US" sz="2600" b="1">
                      <a:solidFill>
                        <a:srgbClr val="000000"/>
                      </a:solidFill>
                      <a:latin typeface="Times New Roman MT Bold"/>
                      <a:ea typeface="Times New Roman MT Bold"/>
                      <a:cs typeface="Times New Roman MT Bold"/>
                      <a:sym typeface="Times New Roman MT Bold"/>
                    </a:rPr>
                    <a:t>ε ℝ</a:t>
                  </a:r>
                  <a:r>
                    <a:rPr lang="en-US" sz="2400" b="1" baseline="30000">
                      <a:solidFill>
                        <a:srgbClr val="000000"/>
                      </a:solidFill>
                      <a:latin typeface="Times New Roman MT Bold"/>
                      <a:ea typeface="Times New Roman MT Bold"/>
                      <a:cs typeface="Times New Roman MT Bold"/>
                      <a:sym typeface="Times New Roman MT Bold"/>
                    </a:rPr>
                    <a:t>1792×1</a:t>
                  </a:r>
                  <a:endParaRPr lang="en-US" sz="2600" b="1" baseline="30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endParaRPr>
                </a:p>
              </p:txBody>
            </p:sp>
          </p:grpSp>
        </p:grpSp>
      </p:grpSp>
      <p:grpSp>
        <p:nvGrpSpPr>
          <p:cNvPr id="75" name="Group 75"/>
          <p:cNvGrpSpPr/>
          <p:nvPr/>
        </p:nvGrpSpPr>
        <p:grpSpPr>
          <a:xfrm>
            <a:off x="4978871" y="9008182"/>
            <a:ext cx="2403060" cy="1017734"/>
            <a:chOff x="-61179" y="-223443"/>
            <a:chExt cx="3204079" cy="1356980"/>
          </a:xfrm>
        </p:grpSpPr>
        <p:sp>
          <p:nvSpPr>
            <p:cNvPr id="76" name="TextBox 76"/>
            <p:cNvSpPr txBox="1"/>
            <p:nvPr/>
          </p:nvSpPr>
          <p:spPr>
            <a:xfrm>
              <a:off x="-61179" y="-223443"/>
              <a:ext cx="3142900" cy="582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= W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1​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i​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+b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​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550898"/>
              <a:ext cx="3142900" cy="5826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′​=</a:t>
              </a:r>
              <a:r>
                <a:rPr lang="en-US" sz="2600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ReLU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(V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i​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)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998780" y="9103834"/>
            <a:ext cx="3292639" cy="922082"/>
            <a:chOff x="-271309" y="-1324738"/>
            <a:chExt cx="4390186" cy="1229443"/>
          </a:xfrm>
        </p:grpSpPr>
        <p:sp>
          <p:nvSpPr>
            <p:cNvPr id="79" name="TextBox 79"/>
            <p:cNvSpPr txBox="1"/>
            <p:nvPr/>
          </p:nvSpPr>
          <p:spPr>
            <a:xfrm>
              <a:off x="412936" y="-747526"/>
              <a:ext cx="2804635" cy="6522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030"/>
                </a:lnSpc>
                <a:spcBef>
                  <a:spcPct val="0"/>
                </a:spcBef>
              </a:pPr>
              <a:r>
                <a:rPr lang="en-US" sz="287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</a:t>
              </a:r>
              <a:r>
                <a:rPr lang="en-US" sz="2878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87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= </a:t>
              </a:r>
              <a:r>
                <a:rPr lang="en-US" sz="2878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878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878" b="1" baseline="30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</a:t>
              </a:r>
              <a:r>
                <a:rPr lang="en-US" sz="287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. </a:t>
              </a:r>
              <a:r>
                <a:rPr lang="en-US" sz="2878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878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</a:t>
              </a:r>
              <a:endParaRPr lang="en-US" sz="2878" b="1" baseline="-25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-271309" y="-1324738"/>
              <a:ext cx="4390186" cy="630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Raw Attention Score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806636" y="5420475"/>
            <a:ext cx="4301853" cy="2038820"/>
            <a:chOff x="153" y="-104775"/>
            <a:chExt cx="5735800" cy="2718429"/>
          </a:xfrm>
        </p:grpSpPr>
        <p:sp>
          <p:nvSpPr>
            <p:cNvPr id="82" name="Freeform 82"/>
            <p:cNvSpPr/>
            <p:nvPr/>
          </p:nvSpPr>
          <p:spPr>
            <a:xfrm>
              <a:off x="3887469" y="143281"/>
              <a:ext cx="895570" cy="895570"/>
            </a:xfrm>
            <a:custGeom>
              <a:avLst/>
              <a:gdLst/>
              <a:ahLst/>
              <a:cxnLst/>
              <a:rect l="l" t="t" r="r" b="b"/>
              <a:pathLst>
                <a:path w="895570" h="895570">
                  <a:moveTo>
                    <a:pt x="0" y="0"/>
                  </a:moveTo>
                  <a:lnTo>
                    <a:pt x="895571" y="0"/>
                  </a:lnTo>
                  <a:lnTo>
                    <a:pt x="895571" y="895571"/>
                  </a:lnTo>
                  <a:lnTo>
                    <a:pt x="0" y="895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3" name="AutoShape 83"/>
            <p:cNvSpPr/>
            <p:nvPr/>
          </p:nvSpPr>
          <p:spPr>
            <a:xfrm flipV="1">
              <a:off x="153" y="591067"/>
              <a:ext cx="3887316" cy="23464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997376" y="214339"/>
              <a:ext cx="785665" cy="6242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09"/>
                </a:lnSpc>
                <a:spcBef>
                  <a:spcPct val="0"/>
                </a:spcBef>
              </a:pPr>
              <a:r>
                <a:rPr lang="en-US" sz="286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</a:t>
              </a:r>
              <a:r>
                <a:rPr lang="en-US" sz="2863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endParaRPr lang="en-US" sz="2863" b="1" baseline="-25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2934555" y="1370314"/>
              <a:ext cx="2801398" cy="12433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Attention Score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52510" y="-104775"/>
              <a:ext cx="3498063" cy="58195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</a:t>
              </a:r>
              <a:r>
                <a:rPr lang="en-US" sz="2600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= </a:t>
              </a:r>
              <a:r>
                <a:rPr lang="en-US" sz="2600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Softmax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(S</a:t>
              </a:r>
              <a:r>
                <a:rPr lang="en-US" sz="26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6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)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403725" y="9071102"/>
            <a:ext cx="2395128" cy="1002202"/>
            <a:chOff x="0" y="-114300"/>
            <a:chExt cx="3193504" cy="1336269"/>
          </a:xfrm>
        </p:grpSpPr>
        <p:sp>
          <p:nvSpPr>
            <p:cNvPr id="88" name="TextBox 88"/>
            <p:cNvSpPr txBox="1"/>
            <p:nvPr/>
          </p:nvSpPr>
          <p:spPr>
            <a:xfrm>
              <a:off x="53975" y="-114300"/>
              <a:ext cx="3139529" cy="6302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799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= W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′+b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​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591710"/>
              <a:ext cx="2804636" cy="630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799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′​=Tanh(</a:t>
              </a:r>
              <a:r>
                <a:rPr lang="en-US" sz="2799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</a:t>
              </a:r>
              <a:r>
                <a:rPr lang="en-US" sz="2799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​)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04300" y="3181426"/>
            <a:ext cx="1206056" cy="1206056"/>
            <a:chOff x="0" y="0"/>
            <a:chExt cx="1608074" cy="1608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8074" cy="1608074"/>
            </a:xfrm>
            <a:custGeom>
              <a:avLst/>
              <a:gdLst/>
              <a:ahLst/>
              <a:cxnLst/>
              <a:rect l="l" t="t" r="r" b="b"/>
              <a:pathLst>
                <a:path w="1608074" h="1608074">
                  <a:moveTo>
                    <a:pt x="0" y="804037"/>
                  </a:moveTo>
                  <a:cubicBezTo>
                    <a:pt x="0" y="359918"/>
                    <a:pt x="359918" y="0"/>
                    <a:pt x="804037" y="0"/>
                  </a:cubicBezTo>
                  <a:cubicBezTo>
                    <a:pt x="1248156" y="0"/>
                    <a:pt x="1608074" y="359918"/>
                    <a:pt x="1608074" y="804037"/>
                  </a:cubicBezTo>
                  <a:cubicBezTo>
                    <a:pt x="1608074" y="1248156"/>
                    <a:pt x="1248156" y="1608074"/>
                    <a:pt x="804037" y="1608074"/>
                  </a:cubicBezTo>
                  <a:cubicBezTo>
                    <a:pt x="359918" y="1608074"/>
                    <a:pt x="0" y="1248029"/>
                    <a:pt x="0" y="804037"/>
                  </a:cubicBezTo>
                  <a:close/>
                </a:path>
              </a:pathLst>
            </a:custGeom>
            <a:solidFill>
              <a:srgbClr val="FAF1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533500" y="3181426"/>
            <a:ext cx="1206055" cy="1206056"/>
            <a:chOff x="0" y="0"/>
            <a:chExt cx="1608074" cy="16080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08074" cy="1608074"/>
            </a:xfrm>
            <a:custGeom>
              <a:avLst/>
              <a:gdLst/>
              <a:ahLst/>
              <a:cxnLst/>
              <a:rect l="l" t="t" r="r" b="b"/>
              <a:pathLst>
                <a:path w="1608074" h="1608074">
                  <a:moveTo>
                    <a:pt x="0" y="804037"/>
                  </a:moveTo>
                  <a:cubicBezTo>
                    <a:pt x="0" y="359918"/>
                    <a:pt x="359918" y="0"/>
                    <a:pt x="804037" y="0"/>
                  </a:cubicBezTo>
                  <a:cubicBezTo>
                    <a:pt x="1248156" y="0"/>
                    <a:pt x="1608074" y="359918"/>
                    <a:pt x="1608074" y="804037"/>
                  </a:cubicBezTo>
                  <a:cubicBezTo>
                    <a:pt x="1608074" y="1248156"/>
                    <a:pt x="1248156" y="1608074"/>
                    <a:pt x="804037" y="1608074"/>
                  </a:cubicBezTo>
                  <a:cubicBezTo>
                    <a:pt x="359918" y="1608074"/>
                    <a:pt x="0" y="1248029"/>
                    <a:pt x="0" y="804037"/>
                  </a:cubicBezTo>
                  <a:close/>
                </a:path>
              </a:pathLst>
            </a:custGeom>
            <a:solidFill>
              <a:srgbClr val="FAF1D9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533500" y="6372300"/>
            <a:ext cx="1206055" cy="1206056"/>
            <a:chOff x="0" y="0"/>
            <a:chExt cx="1608074" cy="16080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08074" cy="1608074"/>
            </a:xfrm>
            <a:custGeom>
              <a:avLst/>
              <a:gdLst/>
              <a:ahLst/>
              <a:cxnLst/>
              <a:rect l="l" t="t" r="r" b="b"/>
              <a:pathLst>
                <a:path w="1608074" h="1608074">
                  <a:moveTo>
                    <a:pt x="0" y="804037"/>
                  </a:moveTo>
                  <a:cubicBezTo>
                    <a:pt x="0" y="359918"/>
                    <a:pt x="359918" y="0"/>
                    <a:pt x="804037" y="0"/>
                  </a:cubicBezTo>
                  <a:cubicBezTo>
                    <a:pt x="1248156" y="0"/>
                    <a:pt x="1608074" y="359918"/>
                    <a:pt x="1608074" y="804037"/>
                  </a:cubicBezTo>
                  <a:cubicBezTo>
                    <a:pt x="1608074" y="1248156"/>
                    <a:pt x="1248156" y="1608074"/>
                    <a:pt x="804037" y="1608074"/>
                  </a:cubicBezTo>
                  <a:cubicBezTo>
                    <a:pt x="359918" y="1608074"/>
                    <a:pt x="0" y="1248029"/>
                    <a:pt x="0" y="804037"/>
                  </a:cubicBezTo>
                  <a:close/>
                </a:path>
              </a:pathLst>
            </a:custGeom>
            <a:solidFill>
              <a:srgbClr val="FAF1D9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-1698991" y="152049"/>
            <a:ext cx="13987543" cy="87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2"/>
              </a:lnSpc>
            </a:pPr>
            <a:r>
              <a:rPr lang="en-US" sz="5502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Influencer Level Representation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66800" y="1912645"/>
            <a:ext cx="1091171" cy="7285276"/>
            <a:chOff x="-68869" y="-152400"/>
            <a:chExt cx="1454893" cy="9713689"/>
          </a:xfrm>
        </p:grpSpPr>
        <p:sp>
          <p:nvSpPr>
            <p:cNvPr id="10" name="Freeform 10"/>
            <p:cNvSpPr/>
            <p:nvPr/>
          </p:nvSpPr>
          <p:spPr>
            <a:xfrm>
              <a:off x="540731" y="4663407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-68869" y="-152400"/>
              <a:ext cx="1454893" cy="8940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4331" y="2458877"/>
              <a:ext cx="1083764" cy="8940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40731" y="6046053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40731" y="7406606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8667282"/>
              <a:ext cx="1284424" cy="8940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713816" y="1316545"/>
            <a:ext cx="6430199" cy="8306212"/>
            <a:chOff x="0" y="6381"/>
            <a:chExt cx="8573579" cy="11074917"/>
          </a:xfrm>
        </p:grpSpPr>
        <p:sp>
          <p:nvSpPr>
            <p:cNvPr id="17" name="Freeform 17"/>
            <p:cNvSpPr/>
            <p:nvPr/>
          </p:nvSpPr>
          <p:spPr>
            <a:xfrm>
              <a:off x="2603958" y="6381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603958" y="514486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603958" y="1978303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2715465" y="1022590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2715465" y="1357714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2715465" y="1693469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5127850" y="6381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5127850" y="514486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5127850" y="1978303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5239357" y="1022590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5239357" y="1357714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5239357" y="1693469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5208018" y="543479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r2′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8018" y="15868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r1′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64534" y="1979302"/>
              <a:ext cx="22281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r512′</a:t>
              </a:r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4156029" y="738651"/>
              <a:ext cx="971821" cy="623905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3" name="AutoShape 33"/>
            <p:cNvSpPr/>
            <p:nvPr/>
          </p:nvSpPr>
          <p:spPr>
            <a:xfrm flipV="1">
              <a:off x="4156029" y="6381"/>
              <a:ext cx="1115417" cy="4052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4157786" y="456789"/>
              <a:ext cx="970063" cy="15664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5" name="AutoShape 35"/>
            <p:cNvSpPr/>
            <p:nvPr/>
          </p:nvSpPr>
          <p:spPr>
            <a:xfrm flipV="1">
              <a:off x="4156029" y="136685"/>
              <a:ext cx="971821" cy="7324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6" name="AutoShape 36"/>
            <p:cNvSpPr/>
            <p:nvPr/>
          </p:nvSpPr>
          <p:spPr>
            <a:xfrm flipV="1">
              <a:off x="4156029" y="679828"/>
              <a:ext cx="971821" cy="2436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4156029" y="521346"/>
              <a:ext cx="1045823" cy="15079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8" name="AutoShape 38"/>
            <p:cNvSpPr/>
            <p:nvPr/>
          </p:nvSpPr>
          <p:spPr>
            <a:xfrm flipV="1">
              <a:off x="4086128" y="224727"/>
              <a:ext cx="1041721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39" name="AutoShape 39"/>
            <p:cNvSpPr/>
            <p:nvPr/>
          </p:nvSpPr>
          <p:spPr>
            <a:xfrm flipV="1">
              <a:off x="4156029" y="802831"/>
              <a:ext cx="1115417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0" name="AutoShape 40"/>
            <p:cNvSpPr/>
            <p:nvPr/>
          </p:nvSpPr>
          <p:spPr>
            <a:xfrm flipV="1">
              <a:off x="4084527" y="240772"/>
              <a:ext cx="1111980" cy="1473324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4090606" y="1424848"/>
              <a:ext cx="1037244" cy="70915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4156029" y="1860375"/>
              <a:ext cx="1115417" cy="4051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4084527" y="1017052"/>
              <a:ext cx="1111980" cy="102250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5415043" y="187286"/>
              <a:ext cx="859218" cy="818707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5409439" y="676057"/>
              <a:ext cx="800642" cy="4233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6" name="AutoShape 46"/>
            <p:cNvSpPr/>
            <p:nvPr/>
          </p:nvSpPr>
          <p:spPr>
            <a:xfrm flipV="1">
              <a:off x="5350863" y="1229007"/>
              <a:ext cx="988776" cy="78307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2881651" y="207368"/>
              <a:ext cx="1064601" cy="55666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2891152" y="143188"/>
              <a:ext cx="977683" cy="2931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2826972" y="259065"/>
              <a:ext cx="1119280" cy="9699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2752002" y="279064"/>
              <a:ext cx="1194250" cy="141920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1" name="AutoShape 51"/>
            <p:cNvSpPr/>
            <p:nvPr/>
          </p:nvSpPr>
          <p:spPr>
            <a:xfrm flipV="1">
              <a:off x="2881651" y="500230"/>
              <a:ext cx="987185" cy="11104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2880882" y="667431"/>
              <a:ext cx="987953" cy="16974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2826972" y="764035"/>
              <a:ext cx="1041863" cy="55093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2826972" y="764035"/>
              <a:ext cx="1041863" cy="10026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5" name="AutoShape 55"/>
            <p:cNvSpPr/>
            <p:nvPr/>
          </p:nvSpPr>
          <p:spPr>
            <a:xfrm flipV="1">
              <a:off x="2891152" y="1822834"/>
              <a:ext cx="977683" cy="31708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6" name="AutoShape 56"/>
            <p:cNvSpPr/>
            <p:nvPr/>
          </p:nvSpPr>
          <p:spPr>
            <a:xfrm flipV="1">
              <a:off x="2882822" y="1423119"/>
              <a:ext cx="1063430" cy="64276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7" name="AutoShape 57"/>
            <p:cNvSpPr/>
            <p:nvPr/>
          </p:nvSpPr>
          <p:spPr>
            <a:xfrm flipV="1">
              <a:off x="2830484" y="948204"/>
              <a:ext cx="1038351" cy="10652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8" name="AutoShape 58"/>
            <p:cNvSpPr/>
            <p:nvPr/>
          </p:nvSpPr>
          <p:spPr>
            <a:xfrm flipV="1">
              <a:off x="2826972" y="558322"/>
              <a:ext cx="1041863" cy="145515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59" name="Freeform 59"/>
            <p:cNvSpPr/>
            <p:nvPr/>
          </p:nvSpPr>
          <p:spPr>
            <a:xfrm>
              <a:off x="3868835" y="318501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0" name="Freeform 60"/>
            <p:cNvSpPr/>
            <p:nvPr/>
          </p:nvSpPr>
          <p:spPr>
            <a:xfrm>
              <a:off x="3868835" y="749875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1" name="Freeform 61"/>
            <p:cNvSpPr/>
            <p:nvPr/>
          </p:nvSpPr>
          <p:spPr>
            <a:xfrm>
              <a:off x="3868835" y="1179645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2" name="Freeform 62"/>
            <p:cNvSpPr/>
            <p:nvPr/>
          </p:nvSpPr>
          <p:spPr>
            <a:xfrm>
              <a:off x="3868835" y="1668728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3919672" y="329909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V1′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919672" y="773147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V2′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874647" y="1701552"/>
              <a:ext cx="269708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V256′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080291" y="976681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>
              <a:off x="6210081" y="969892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8" name="Freeform 68"/>
            <p:cNvSpPr/>
            <p:nvPr/>
          </p:nvSpPr>
          <p:spPr>
            <a:xfrm>
              <a:off x="7156093" y="969892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9" name="AutoShape 69"/>
            <p:cNvSpPr/>
            <p:nvPr/>
          </p:nvSpPr>
          <p:spPr>
            <a:xfrm flipV="1">
              <a:off x="6469273" y="1099450"/>
              <a:ext cx="686820" cy="678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415208" y="1099450"/>
              <a:ext cx="665015" cy="1273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20756" y="978632"/>
              <a:ext cx="259115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rc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31835" y="991366"/>
              <a:ext cx="10756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96190" y="991366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αi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67283" y="1327314"/>
              <a:ext cx="806296" cy="35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7"/>
                </a:lnSpc>
                <a:spcBef>
                  <a:spcPct val="0"/>
                </a:spcBef>
              </a:pPr>
              <a:r>
                <a:rPr lang="en-US" sz="74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Attention Score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2633897" y="15868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633897" y="543479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603958" y="1979302"/>
              <a:ext cx="275451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x1792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2603958" y="2915595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9" name="Freeform 79"/>
            <p:cNvSpPr/>
            <p:nvPr/>
          </p:nvSpPr>
          <p:spPr>
            <a:xfrm>
              <a:off x="2603958" y="3423700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0" name="Freeform 80"/>
            <p:cNvSpPr/>
            <p:nvPr/>
          </p:nvSpPr>
          <p:spPr>
            <a:xfrm>
              <a:off x="2603958" y="4887517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1" name="Freeform 81"/>
            <p:cNvSpPr/>
            <p:nvPr/>
          </p:nvSpPr>
          <p:spPr>
            <a:xfrm>
              <a:off x="2715465" y="3931804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2" name="Freeform 82"/>
            <p:cNvSpPr/>
            <p:nvPr/>
          </p:nvSpPr>
          <p:spPr>
            <a:xfrm>
              <a:off x="2715465" y="4266928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3" name="Freeform 83"/>
            <p:cNvSpPr/>
            <p:nvPr/>
          </p:nvSpPr>
          <p:spPr>
            <a:xfrm>
              <a:off x="2715465" y="4602683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4" name="Freeform 84"/>
            <p:cNvSpPr/>
            <p:nvPr/>
          </p:nvSpPr>
          <p:spPr>
            <a:xfrm>
              <a:off x="5127850" y="2915595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5" name="Freeform 85"/>
            <p:cNvSpPr/>
            <p:nvPr/>
          </p:nvSpPr>
          <p:spPr>
            <a:xfrm>
              <a:off x="5127850" y="3423700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6" name="Freeform 86"/>
            <p:cNvSpPr/>
            <p:nvPr/>
          </p:nvSpPr>
          <p:spPr>
            <a:xfrm>
              <a:off x="5127850" y="4887517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7" name="Freeform 87"/>
            <p:cNvSpPr/>
            <p:nvPr/>
          </p:nvSpPr>
          <p:spPr>
            <a:xfrm>
              <a:off x="5239357" y="3931804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8" name="Freeform 88"/>
            <p:cNvSpPr/>
            <p:nvPr/>
          </p:nvSpPr>
          <p:spPr>
            <a:xfrm>
              <a:off x="5239357" y="4266928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9" name="Freeform 89"/>
            <p:cNvSpPr/>
            <p:nvPr/>
          </p:nvSpPr>
          <p:spPr>
            <a:xfrm>
              <a:off x="5239357" y="4602683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5208018" y="3452693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r2′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208018" y="2925082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r1′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164534" y="4888516"/>
              <a:ext cx="22281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r512′</a:t>
              </a:r>
            </a:p>
          </p:txBody>
        </p:sp>
        <p:sp>
          <p:nvSpPr>
            <p:cNvPr id="93" name="AutoShape 93"/>
            <p:cNvSpPr/>
            <p:nvPr/>
          </p:nvSpPr>
          <p:spPr>
            <a:xfrm flipV="1">
              <a:off x="4156029" y="3647865"/>
              <a:ext cx="971821" cy="623905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4" name="AutoShape 94"/>
            <p:cNvSpPr/>
            <p:nvPr/>
          </p:nvSpPr>
          <p:spPr>
            <a:xfrm flipV="1">
              <a:off x="4156029" y="2915595"/>
              <a:ext cx="1115417" cy="4052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5" name="AutoShape 95"/>
            <p:cNvSpPr/>
            <p:nvPr/>
          </p:nvSpPr>
          <p:spPr>
            <a:xfrm>
              <a:off x="4157786" y="3366003"/>
              <a:ext cx="970063" cy="15664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6" name="AutoShape 96"/>
            <p:cNvSpPr/>
            <p:nvPr/>
          </p:nvSpPr>
          <p:spPr>
            <a:xfrm flipV="1">
              <a:off x="4156029" y="3045899"/>
              <a:ext cx="971821" cy="7324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7" name="AutoShape 97"/>
            <p:cNvSpPr/>
            <p:nvPr/>
          </p:nvSpPr>
          <p:spPr>
            <a:xfrm flipV="1">
              <a:off x="4156029" y="3589042"/>
              <a:ext cx="971821" cy="2436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8" name="AutoShape 98"/>
            <p:cNvSpPr/>
            <p:nvPr/>
          </p:nvSpPr>
          <p:spPr>
            <a:xfrm>
              <a:off x="4156029" y="3430560"/>
              <a:ext cx="1045823" cy="15079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9" name="AutoShape 99"/>
            <p:cNvSpPr/>
            <p:nvPr/>
          </p:nvSpPr>
          <p:spPr>
            <a:xfrm flipV="1">
              <a:off x="4086128" y="3133941"/>
              <a:ext cx="1041721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0" name="AutoShape 100"/>
            <p:cNvSpPr/>
            <p:nvPr/>
          </p:nvSpPr>
          <p:spPr>
            <a:xfrm flipV="1">
              <a:off x="4156029" y="3712045"/>
              <a:ext cx="1115417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1" name="AutoShape 101"/>
            <p:cNvSpPr/>
            <p:nvPr/>
          </p:nvSpPr>
          <p:spPr>
            <a:xfrm flipV="1">
              <a:off x="4084527" y="3149986"/>
              <a:ext cx="1111980" cy="1473324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2" name="AutoShape 102"/>
            <p:cNvSpPr/>
            <p:nvPr/>
          </p:nvSpPr>
          <p:spPr>
            <a:xfrm>
              <a:off x="4090606" y="4334061"/>
              <a:ext cx="1037244" cy="70915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3" name="AutoShape 103"/>
            <p:cNvSpPr/>
            <p:nvPr/>
          </p:nvSpPr>
          <p:spPr>
            <a:xfrm>
              <a:off x="4156029" y="4769589"/>
              <a:ext cx="1115417" cy="4051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4" name="AutoShape 104"/>
            <p:cNvSpPr/>
            <p:nvPr/>
          </p:nvSpPr>
          <p:spPr>
            <a:xfrm>
              <a:off x="4084527" y="3926266"/>
              <a:ext cx="1111980" cy="102250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5" name="AutoShape 105"/>
            <p:cNvSpPr/>
            <p:nvPr/>
          </p:nvSpPr>
          <p:spPr>
            <a:xfrm>
              <a:off x="5415043" y="3096500"/>
              <a:ext cx="859218" cy="818707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6" name="AutoShape 106"/>
            <p:cNvSpPr/>
            <p:nvPr/>
          </p:nvSpPr>
          <p:spPr>
            <a:xfrm>
              <a:off x="5409439" y="3585271"/>
              <a:ext cx="800642" cy="4233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7" name="AutoShape 107"/>
            <p:cNvSpPr/>
            <p:nvPr/>
          </p:nvSpPr>
          <p:spPr>
            <a:xfrm flipV="1">
              <a:off x="5350863" y="4138221"/>
              <a:ext cx="988776" cy="78307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8" name="AutoShape 108"/>
            <p:cNvSpPr/>
            <p:nvPr/>
          </p:nvSpPr>
          <p:spPr>
            <a:xfrm>
              <a:off x="2881651" y="3116582"/>
              <a:ext cx="1064601" cy="55666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9" name="AutoShape 109"/>
            <p:cNvSpPr/>
            <p:nvPr/>
          </p:nvSpPr>
          <p:spPr>
            <a:xfrm>
              <a:off x="2891152" y="3052402"/>
              <a:ext cx="977683" cy="2931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0" name="AutoShape 110"/>
            <p:cNvSpPr/>
            <p:nvPr/>
          </p:nvSpPr>
          <p:spPr>
            <a:xfrm>
              <a:off x="2826972" y="3168279"/>
              <a:ext cx="1119280" cy="9699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1" name="AutoShape 111"/>
            <p:cNvSpPr/>
            <p:nvPr/>
          </p:nvSpPr>
          <p:spPr>
            <a:xfrm>
              <a:off x="2752002" y="3188278"/>
              <a:ext cx="1194250" cy="141920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2" name="AutoShape 112"/>
            <p:cNvSpPr/>
            <p:nvPr/>
          </p:nvSpPr>
          <p:spPr>
            <a:xfrm flipV="1">
              <a:off x="2881651" y="3409444"/>
              <a:ext cx="987185" cy="11104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3" name="AutoShape 113"/>
            <p:cNvSpPr/>
            <p:nvPr/>
          </p:nvSpPr>
          <p:spPr>
            <a:xfrm>
              <a:off x="2880882" y="3576644"/>
              <a:ext cx="987953" cy="16974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4" name="AutoShape 114"/>
            <p:cNvSpPr/>
            <p:nvPr/>
          </p:nvSpPr>
          <p:spPr>
            <a:xfrm>
              <a:off x="2826972" y="3673249"/>
              <a:ext cx="1041863" cy="55093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5" name="AutoShape 115"/>
            <p:cNvSpPr/>
            <p:nvPr/>
          </p:nvSpPr>
          <p:spPr>
            <a:xfrm>
              <a:off x="2826972" y="3673249"/>
              <a:ext cx="1041863" cy="10026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6" name="AutoShape 116"/>
            <p:cNvSpPr/>
            <p:nvPr/>
          </p:nvSpPr>
          <p:spPr>
            <a:xfrm flipV="1">
              <a:off x="2891152" y="4732048"/>
              <a:ext cx="977683" cy="31708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7" name="AutoShape 117"/>
            <p:cNvSpPr/>
            <p:nvPr/>
          </p:nvSpPr>
          <p:spPr>
            <a:xfrm flipV="1">
              <a:off x="2882822" y="4332333"/>
              <a:ext cx="1063430" cy="64276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8" name="AutoShape 118"/>
            <p:cNvSpPr/>
            <p:nvPr/>
          </p:nvSpPr>
          <p:spPr>
            <a:xfrm flipV="1">
              <a:off x="2830484" y="3857418"/>
              <a:ext cx="1038351" cy="10652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9" name="AutoShape 119"/>
            <p:cNvSpPr/>
            <p:nvPr/>
          </p:nvSpPr>
          <p:spPr>
            <a:xfrm flipV="1">
              <a:off x="2826972" y="3467536"/>
              <a:ext cx="1041863" cy="145515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20" name="Freeform 120"/>
            <p:cNvSpPr/>
            <p:nvPr/>
          </p:nvSpPr>
          <p:spPr>
            <a:xfrm>
              <a:off x="3868835" y="3227715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1" name="Freeform 121"/>
            <p:cNvSpPr/>
            <p:nvPr/>
          </p:nvSpPr>
          <p:spPr>
            <a:xfrm>
              <a:off x="3868835" y="3659089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2" name="Freeform 122"/>
            <p:cNvSpPr/>
            <p:nvPr/>
          </p:nvSpPr>
          <p:spPr>
            <a:xfrm>
              <a:off x="3868835" y="4088859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3" name="Freeform 123"/>
            <p:cNvSpPr/>
            <p:nvPr/>
          </p:nvSpPr>
          <p:spPr>
            <a:xfrm>
              <a:off x="3868835" y="4577942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3919672" y="3239123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V1′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3919672" y="3682360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V2′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3874647" y="4610766"/>
              <a:ext cx="269708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V256′</a:t>
              </a:r>
            </a:p>
          </p:txBody>
        </p:sp>
        <p:sp>
          <p:nvSpPr>
            <p:cNvPr id="127" name="Freeform 127"/>
            <p:cNvSpPr/>
            <p:nvPr/>
          </p:nvSpPr>
          <p:spPr>
            <a:xfrm>
              <a:off x="8080291" y="3885895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8" name="Freeform 128"/>
            <p:cNvSpPr/>
            <p:nvPr/>
          </p:nvSpPr>
          <p:spPr>
            <a:xfrm>
              <a:off x="6210081" y="3879106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9" name="Freeform 129"/>
            <p:cNvSpPr/>
            <p:nvPr/>
          </p:nvSpPr>
          <p:spPr>
            <a:xfrm>
              <a:off x="7156093" y="3879106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0" name="AutoShape 130"/>
            <p:cNvSpPr/>
            <p:nvPr/>
          </p:nvSpPr>
          <p:spPr>
            <a:xfrm flipV="1">
              <a:off x="6469273" y="4008663"/>
              <a:ext cx="686820" cy="678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31" name="AutoShape 131"/>
            <p:cNvSpPr/>
            <p:nvPr/>
          </p:nvSpPr>
          <p:spPr>
            <a:xfrm>
              <a:off x="7415208" y="4008663"/>
              <a:ext cx="665015" cy="1273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6220756" y="3887846"/>
              <a:ext cx="259115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rc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231835" y="3900580"/>
              <a:ext cx="10756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8096190" y="3900580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αi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7767283" y="4236528"/>
              <a:ext cx="806296" cy="35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7"/>
                </a:lnSpc>
                <a:spcBef>
                  <a:spcPct val="0"/>
                </a:spcBef>
              </a:pPr>
              <a:r>
                <a:rPr lang="en-US" sz="74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Attention Score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2633897" y="2925082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2633897" y="3452693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x2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2603958" y="4888516"/>
              <a:ext cx="275451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x1792</a:t>
              </a:r>
            </a:p>
          </p:txBody>
        </p:sp>
        <p:sp>
          <p:nvSpPr>
            <p:cNvPr id="139" name="Freeform 139"/>
            <p:cNvSpPr/>
            <p:nvPr/>
          </p:nvSpPr>
          <p:spPr>
            <a:xfrm>
              <a:off x="2603958" y="5868889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0" name="Freeform 140"/>
            <p:cNvSpPr/>
            <p:nvPr/>
          </p:nvSpPr>
          <p:spPr>
            <a:xfrm>
              <a:off x="2603958" y="6376993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1" name="Freeform 141"/>
            <p:cNvSpPr/>
            <p:nvPr/>
          </p:nvSpPr>
          <p:spPr>
            <a:xfrm>
              <a:off x="2603958" y="7840811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2" name="Freeform 142"/>
            <p:cNvSpPr/>
            <p:nvPr/>
          </p:nvSpPr>
          <p:spPr>
            <a:xfrm>
              <a:off x="2715465" y="6885098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3" name="Freeform 143"/>
            <p:cNvSpPr/>
            <p:nvPr/>
          </p:nvSpPr>
          <p:spPr>
            <a:xfrm>
              <a:off x="2715465" y="7220222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4" name="Freeform 144"/>
            <p:cNvSpPr/>
            <p:nvPr/>
          </p:nvSpPr>
          <p:spPr>
            <a:xfrm>
              <a:off x="2715465" y="7555976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5" name="Freeform 145"/>
            <p:cNvSpPr/>
            <p:nvPr/>
          </p:nvSpPr>
          <p:spPr>
            <a:xfrm>
              <a:off x="5127850" y="5868889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6" name="Freeform 146"/>
            <p:cNvSpPr/>
            <p:nvPr/>
          </p:nvSpPr>
          <p:spPr>
            <a:xfrm>
              <a:off x="5127850" y="6376993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7" name="Freeform 147"/>
            <p:cNvSpPr/>
            <p:nvPr/>
          </p:nvSpPr>
          <p:spPr>
            <a:xfrm>
              <a:off x="5127850" y="7840811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8" name="Freeform 148"/>
            <p:cNvSpPr/>
            <p:nvPr/>
          </p:nvSpPr>
          <p:spPr>
            <a:xfrm>
              <a:off x="5239357" y="6885098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9" name="Freeform 149"/>
            <p:cNvSpPr/>
            <p:nvPr/>
          </p:nvSpPr>
          <p:spPr>
            <a:xfrm>
              <a:off x="5239357" y="7220222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0" name="Freeform 150"/>
            <p:cNvSpPr/>
            <p:nvPr/>
          </p:nvSpPr>
          <p:spPr>
            <a:xfrm>
              <a:off x="5239357" y="7555976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5208018" y="6405987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r2′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5208018" y="5878375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r1′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5164534" y="7841810"/>
              <a:ext cx="22281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r512′</a:t>
              </a:r>
            </a:p>
          </p:txBody>
        </p:sp>
        <p:sp>
          <p:nvSpPr>
            <p:cNvPr id="154" name="AutoShape 154"/>
            <p:cNvSpPr/>
            <p:nvPr/>
          </p:nvSpPr>
          <p:spPr>
            <a:xfrm flipV="1">
              <a:off x="4156029" y="6601159"/>
              <a:ext cx="971821" cy="623905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55" name="AutoShape 155"/>
            <p:cNvSpPr/>
            <p:nvPr/>
          </p:nvSpPr>
          <p:spPr>
            <a:xfrm flipV="1">
              <a:off x="4156029" y="5868889"/>
              <a:ext cx="1115417" cy="4052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56" name="AutoShape 156"/>
            <p:cNvSpPr/>
            <p:nvPr/>
          </p:nvSpPr>
          <p:spPr>
            <a:xfrm>
              <a:off x="4157786" y="6319297"/>
              <a:ext cx="970063" cy="15664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57" name="AutoShape 157"/>
            <p:cNvSpPr/>
            <p:nvPr/>
          </p:nvSpPr>
          <p:spPr>
            <a:xfrm flipV="1">
              <a:off x="4156029" y="5999192"/>
              <a:ext cx="971821" cy="7324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58" name="AutoShape 158"/>
            <p:cNvSpPr/>
            <p:nvPr/>
          </p:nvSpPr>
          <p:spPr>
            <a:xfrm flipV="1">
              <a:off x="4156029" y="6542336"/>
              <a:ext cx="971821" cy="2436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59" name="AutoShape 159"/>
            <p:cNvSpPr/>
            <p:nvPr/>
          </p:nvSpPr>
          <p:spPr>
            <a:xfrm>
              <a:off x="4156029" y="6383854"/>
              <a:ext cx="1045823" cy="15079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0" name="AutoShape 160"/>
            <p:cNvSpPr/>
            <p:nvPr/>
          </p:nvSpPr>
          <p:spPr>
            <a:xfrm flipV="1">
              <a:off x="4086128" y="6087234"/>
              <a:ext cx="1041721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1" name="AutoShape 161"/>
            <p:cNvSpPr/>
            <p:nvPr/>
          </p:nvSpPr>
          <p:spPr>
            <a:xfrm flipV="1">
              <a:off x="4156029" y="6665339"/>
              <a:ext cx="1115417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2" name="AutoShape 162"/>
            <p:cNvSpPr/>
            <p:nvPr/>
          </p:nvSpPr>
          <p:spPr>
            <a:xfrm flipV="1">
              <a:off x="4084527" y="6103279"/>
              <a:ext cx="1111980" cy="1473324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3" name="AutoShape 163"/>
            <p:cNvSpPr/>
            <p:nvPr/>
          </p:nvSpPr>
          <p:spPr>
            <a:xfrm>
              <a:off x="4090606" y="7287355"/>
              <a:ext cx="1037244" cy="70915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4" name="AutoShape 164"/>
            <p:cNvSpPr/>
            <p:nvPr/>
          </p:nvSpPr>
          <p:spPr>
            <a:xfrm>
              <a:off x="4156029" y="7722883"/>
              <a:ext cx="1115417" cy="4051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5" name="AutoShape 165"/>
            <p:cNvSpPr/>
            <p:nvPr/>
          </p:nvSpPr>
          <p:spPr>
            <a:xfrm>
              <a:off x="4084527" y="6879560"/>
              <a:ext cx="1111980" cy="102250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6" name="AutoShape 166"/>
            <p:cNvSpPr/>
            <p:nvPr/>
          </p:nvSpPr>
          <p:spPr>
            <a:xfrm>
              <a:off x="5415043" y="6049794"/>
              <a:ext cx="859218" cy="818707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7" name="AutoShape 167"/>
            <p:cNvSpPr/>
            <p:nvPr/>
          </p:nvSpPr>
          <p:spPr>
            <a:xfrm>
              <a:off x="5409439" y="6538564"/>
              <a:ext cx="800642" cy="4233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8" name="AutoShape 168"/>
            <p:cNvSpPr/>
            <p:nvPr/>
          </p:nvSpPr>
          <p:spPr>
            <a:xfrm flipV="1">
              <a:off x="5350863" y="7091515"/>
              <a:ext cx="988776" cy="78307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69" name="AutoShape 169"/>
            <p:cNvSpPr/>
            <p:nvPr/>
          </p:nvSpPr>
          <p:spPr>
            <a:xfrm>
              <a:off x="2881651" y="6069876"/>
              <a:ext cx="1064601" cy="55666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0" name="AutoShape 170"/>
            <p:cNvSpPr/>
            <p:nvPr/>
          </p:nvSpPr>
          <p:spPr>
            <a:xfrm>
              <a:off x="2891152" y="6005696"/>
              <a:ext cx="977683" cy="2931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1" name="AutoShape 171"/>
            <p:cNvSpPr/>
            <p:nvPr/>
          </p:nvSpPr>
          <p:spPr>
            <a:xfrm>
              <a:off x="2826972" y="6121573"/>
              <a:ext cx="1119280" cy="9699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2" name="AutoShape 172"/>
            <p:cNvSpPr/>
            <p:nvPr/>
          </p:nvSpPr>
          <p:spPr>
            <a:xfrm>
              <a:off x="2752002" y="6141571"/>
              <a:ext cx="1194250" cy="141920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3" name="AutoShape 173"/>
            <p:cNvSpPr/>
            <p:nvPr/>
          </p:nvSpPr>
          <p:spPr>
            <a:xfrm flipV="1">
              <a:off x="2881651" y="6362738"/>
              <a:ext cx="987185" cy="11104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4" name="AutoShape 174"/>
            <p:cNvSpPr/>
            <p:nvPr/>
          </p:nvSpPr>
          <p:spPr>
            <a:xfrm>
              <a:off x="2880882" y="6529938"/>
              <a:ext cx="987953" cy="16974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5" name="AutoShape 175"/>
            <p:cNvSpPr/>
            <p:nvPr/>
          </p:nvSpPr>
          <p:spPr>
            <a:xfrm>
              <a:off x="2826972" y="6626542"/>
              <a:ext cx="1041863" cy="55093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6" name="AutoShape 176"/>
            <p:cNvSpPr/>
            <p:nvPr/>
          </p:nvSpPr>
          <p:spPr>
            <a:xfrm>
              <a:off x="2826972" y="6626542"/>
              <a:ext cx="1041863" cy="10026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7" name="AutoShape 177"/>
            <p:cNvSpPr/>
            <p:nvPr/>
          </p:nvSpPr>
          <p:spPr>
            <a:xfrm flipV="1">
              <a:off x="2891152" y="7685342"/>
              <a:ext cx="977683" cy="31708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8" name="AutoShape 178"/>
            <p:cNvSpPr/>
            <p:nvPr/>
          </p:nvSpPr>
          <p:spPr>
            <a:xfrm flipV="1">
              <a:off x="2882822" y="7285627"/>
              <a:ext cx="1063430" cy="64276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79" name="AutoShape 179"/>
            <p:cNvSpPr/>
            <p:nvPr/>
          </p:nvSpPr>
          <p:spPr>
            <a:xfrm flipV="1">
              <a:off x="2830484" y="6810712"/>
              <a:ext cx="1038351" cy="10652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80" name="AutoShape 180"/>
            <p:cNvSpPr/>
            <p:nvPr/>
          </p:nvSpPr>
          <p:spPr>
            <a:xfrm flipV="1">
              <a:off x="2826972" y="6420830"/>
              <a:ext cx="1041863" cy="145515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81" name="Freeform 181"/>
            <p:cNvSpPr/>
            <p:nvPr/>
          </p:nvSpPr>
          <p:spPr>
            <a:xfrm>
              <a:off x="3868835" y="6181009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2" name="Freeform 182"/>
            <p:cNvSpPr/>
            <p:nvPr/>
          </p:nvSpPr>
          <p:spPr>
            <a:xfrm>
              <a:off x="3868835" y="6612382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3" name="Freeform 183"/>
            <p:cNvSpPr/>
            <p:nvPr/>
          </p:nvSpPr>
          <p:spPr>
            <a:xfrm>
              <a:off x="3868835" y="7042153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4" name="Freeform 184"/>
            <p:cNvSpPr/>
            <p:nvPr/>
          </p:nvSpPr>
          <p:spPr>
            <a:xfrm>
              <a:off x="3868835" y="7531236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3"/>
                  </a:lnTo>
                  <a:lnTo>
                    <a:pt x="0" y="287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5" name="TextBox 185"/>
            <p:cNvSpPr txBox="1"/>
            <p:nvPr/>
          </p:nvSpPr>
          <p:spPr>
            <a:xfrm>
              <a:off x="3919672" y="6192417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V1′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3919672" y="6635654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V2′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3874647" y="7564060"/>
              <a:ext cx="269708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V256′</a:t>
              </a:r>
            </a:p>
          </p:txBody>
        </p:sp>
        <p:sp>
          <p:nvSpPr>
            <p:cNvPr id="188" name="Freeform 188"/>
            <p:cNvSpPr/>
            <p:nvPr/>
          </p:nvSpPr>
          <p:spPr>
            <a:xfrm>
              <a:off x="8080291" y="6839189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9" name="Freeform 189"/>
            <p:cNvSpPr/>
            <p:nvPr/>
          </p:nvSpPr>
          <p:spPr>
            <a:xfrm>
              <a:off x="6210081" y="6832400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0" name="Freeform 190"/>
            <p:cNvSpPr/>
            <p:nvPr/>
          </p:nvSpPr>
          <p:spPr>
            <a:xfrm>
              <a:off x="7156093" y="6832400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1" name="AutoShape 191"/>
            <p:cNvSpPr/>
            <p:nvPr/>
          </p:nvSpPr>
          <p:spPr>
            <a:xfrm flipV="1">
              <a:off x="6469273" y="6961957"/>
              <a:ext cx="686820" cy="678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92" name="AutoShape 192"/>
            <p:cNvSpPr/>
            <p:nvPr/>
          </p:nvSpPr>
          <p:spPr>
            <a:xfrm>
              <a:off x="7415208" y="6961957"/>
              <a:ext cx="665015" cy="1273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93" name="TextBox 193"/>
            <p:cNvSpPr txBox="1"/>
            <p:nvPr/>
          </p:nvSpPr>
          <p:spPr>
            <a:xfrm>
              <a:off x="6220756" y="6841140"/>
              <a:ext cx="259115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rc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7231835" y="6853873"/>
              <a:ext cx="10756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8096190" y="6853873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αi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7767283" y="7189821"/>
              <a:ext cx="806296" cy="35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7"/>
                </a:lnSpc>
                <a:spcBef>
                  <a:spcPct val="0"/>
                </a:spcBef>
              </a:pPr>
              <a:r>
                <a:rPr lang="en-US" sz="74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Attention Score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2633897" y="5878375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2633897" y="6405987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x2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2603958" y="7841810"/>
              <a:ext cx="275451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x1792</a:t>
              </a:r>
            </a:p>
          </p:txBody>
        </p:sp>
        <p:sp>
          <p:nvSpPr>
            <p:cNvPr id="200" name="Freeform 200"/>
            <p:cNvSpPr/>
            <p:nvPr/>
          </p:nvSpPr>
          <p:spPr>
            <a:xfrm>
              <a:off x="2603958" y="8822182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1" name="Freeform 201"/>
            <p:cNvSpPr/>
            <p:nvPr/>
          </p:nvSpPr>
          <p:spPr>
            <a:xfrm>
              <a:off x="2603958" y="9330287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2" name="Freeform 202"/>
            <p:cNvSpPr/>
            <p:nvPr/>
          </p:nvSpPr>
          <p:spPr>
            <a:xfrm>
              <a:off x="2603958" y="10794104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3" name="Freeform 203"/>
            <p:cNvSpPr/>
            <p:nvPr/>
          </p:nvSpPr>
          <p:spPr>
            <a:xfrm>
              <a:off x="2715465" y="9838392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4" name="Freeform 204"/>
            <p:cNvSpPr/>
            <p:nvPr/>
          </p:nvSpPr>
          <p:spPr>
            <a:xfrm>
              <a:off x="2715465" y="10173516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5" name="Freeform 205"/>
            <p:cNvSpPr/>
            <p:nvPr/>
          </p:nvSpPr>
          <p:spPr>
            <a:xfrm>
              <a:off x="2715465" y="10509270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80" y="0"/>
                  </a:lnTo>
                  <a:lnTo>
                    <a:pt x="64180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6" name="Freeform 206"/>
            <p:cNvSpPr/>
            <p:nvPr/>
          </p:nvSpPr>
          <p:spPr>
            <a:xfrm>
              <a:off x="5127850" y="8822182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7" name="Freeform 207"/>
            <p:cNvSpPr/>
            <p:nvPr/>
          </p:nvSpPr>
          <p:spPr>
            <a:xfrm>
              <a:off x="5127850" y="9330287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8" name="Freeform 208"/>
            <p:cNvSpPr/>
            <p:nvPr/>
          </p:nvSpPr>
          <p:spPr>
            <a:xfrm>
              <a:off x="5127850" y="10794104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3" y="0"/>
                  </a:lnTo>
                  <a:lnTo>
                    <a:pt x="287193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9" name="Freeform 209"/>
            <p:cNvSpPr/>
            <p:nvPr/>
          </p:nvSpPr>
          <p:spPr>
            <a:xfrm>
              <a:off x="5239357" y="9838392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0" name="Freeform 210"/>
            <p:cNvSpPr/>
            <p:nvPr/>
          </p:nvSpPr>
          <p:spPr>
            <a:xfrm>
              <a:off x="5239357" y="10173516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79"/>
                  </a:lnTo>
                  <a:lnTo>
                    <a:pt x="0" y="64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1" name="Freeform 211"/>
            <p:cNvSpPr/>
            <p:nvPr/>
          </p:nvSpPr>
          <p:spPr>
            <a:xfrm>
              <a:off x="5239357" y="10509270"/>
              <a:ext cx="64180" cy="64180"/>
            </a:xfrm>
            <a:custGeom>
              <a:avLst/>
              <a:gdLst/>
              <a:ahLst/>
              <a:cxnLst/>
              <a:rect l="l" t="t" r="r" b="b"/>
              <a:pathLst>
                <a:path w="64180" h="64180">
                  <a:moveTo>
                    <a:pt x="0" y="0"/>
                  </a:moveTo>
                  <a:lnTo>
                    <a:pt x="64179" y="0"/>
                  </a:lnTo>
                  <a:lnTo>
                    <a:pt x="64179" y="64180"/>
                  </a:lnTo>
                  <a:lnTo>
                    <a:pt x="0" y="6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2" name="TextBox 212"/>
            <p:cNvSpPr txBox="1"/>
            <p:nvPr/>
          </p:nvSpPr>
          <p:spPr>
            <a:xfrm>
              <a:off x="5208018" y="9359280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r2′</a:t>
              </a:r>
            </a:p>
          </p:txBody>
        </p:sp>
        <p:sp>
          <p:nvSpPr>
            <p:cNvPr id="213" name="TextBox 213"/>
            <p:cNvSpPr txBox="1"/>
            <p:nvPr/>
          </p:nvSpPr>
          <p:spPr>
            <a:xfrm>
              <a:off x="5208018" y="8831669"/>
              <a:ext cx="13863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r1′</a:t>
              </a:r>
            </a:p>
          </p:txBody>
        </p:sp>
        <p:sp>
          <p:nvSpPr>
            <p:cNvPr id="214" name="TextBox 214"/>
            <p:cNvSpPr txBox="1"/>
            <p:nvPr/>
          </p:nvSpPr>
          <p:spPr>
            <a:xfrm>
              <a:off x="5164534" y="10795103"/>
              <a:ext cx="22281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r512′</a:t>
              </a:r>
            </a:p>
          </p:txBody>
        </p:sp>
        <p:sp>
          <p:nvSpPr>
            <p:cNvPr id="215" name="AutoShape 215"/>
            <p:cNvSpPr/>
            <p:nvPr/>
          </p:nvSpPr>
          <p:spPr>
            <a:xfrm flipV="1">
              <a:off x="4156029" y="9554453"/>
              <a:ext cx="971821" cy="623905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16" name="AutoShape 216"/>
            <p:cNvSpPr/>
            <p:nvPr/>
          </p:nvSpPr>
          <p:spPr>
            <a:xfrm flipV="1">
              <a:off x="4156029" y="8822182"/>
              <a:ext cx="1115417" cy="4052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17" name="AutoShape 217"/>
            <p:cNvSpPr/>
            <p:nvPr/>
          </p:nvSpPr>
          <p:spPr>
            <a:xfrm>
              <a:off x="4157786" y="9272590"/>
              <a:ext cx="970063" cy="15664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18" name="AutoShape 218"/>
            <p:cNvSpPr/>
            <p:nvPr/>
          </p:nvSpPr>
          <p:spPr>
            <a:xfrm flipV="1">
              <a:off x="4156029" y="8952486"/>
              <a:ext cx="971821" cy="7324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19" name="AutoShape 219"/>
            <p:cNvSpPr/>
            <p:nvPr/>
          </p:nvSpPr>
          <p:spPr>
            <a:xfrm flipV="1">
              <a:off x="4156029" y="9495629"/>
              <a:ext cx="971821" cy="2436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0" name="AutoShape 220"/>
            <p:cNvSpPr/>
            <p:nvPr/>
          </p:nvSpPr>
          <p:spPr>
            <a:xfrm>
              <a:off x="4156029" y="9337147"/>
              <a:ext cx="1045823" cy="15079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1" name="AutoShape 221"/>
            <p:cNvSpPr/>
            <p:nvPr/>
          </p:nvSpPr>
          <p:spPr>
            <a:xfrm flipV="1">
              <a:off x="4086128" y="9040528"/>
              <a:ext cx="1041721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2" name="AutoShape 222"/>
            <p:cNvSpPr/>
            <p:nvPr/>
          </p:nvSpPr>
          <p:spPr>
            <a:xfrm flipV="1">
              <a:off x="4156029" y="9618633"/>
              <a:ext cx="1115417" cy="9862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3" name="AutoShape 223"/>
            <p:cNvSpPr/>
            <p:nvPr/>
          </p:nvSpPr>
          <p:spPr>
            <a:xfrm flipV="1">
              <a:off x="4084527" y="9056573"/>
              <a:ext cx="1111980" cy="1473324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4" name="AutoShape 224"/>
            <p:cNvSpPr/>
            <p:nvPr/>
          </p:nvSpPr>
          <p:spPr>
            <a:xfrm>
              <a:off x="4090606" y="10240649"/>
              <a:ext cx="1037244" cy="70915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5" name="AutoShape 225"/>
            <p:cNvSpPr/>
            <p:nvPr/>
          </p:nvSpPr>
          <p:spPr>
            <a:xfrm>
              <a:off x="4156029" y="10676176"/>
              <a:ext cx="1115417" cy="40512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6" name="AutoShape 226"/>
            <p:cNvSpPr/>
            <p:nvPr/>
          </p:nvSpPr>
          <p:spPr>
            <a:xfrm>
              <a:off x="4084527" y="9832854"/>
              <a:ext cx="1111980" cy="102250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7" name="AutoShape 227"/>
            <p:cNvSpPr/>
            <p:nvPr/>
          </p:nvSpPr>
          <p:spPr>
            <a:xfrm>
              <a:off x="5415043" y="9003088"/>
              <a:ext cx="859218" cy="818707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8" name="AutoShape 228"/>
            <p:cNvSpPr/>
            <p:nvPr/>
          </p:nvSpPr>
          <p:spPr>
            <a:xfrm>
              <a:off x="5409439" y="9491858"/>
              <a:ext cx="800642" cy="42339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29" name="AutoShape 229"/>
            <p:cNvSpPr/>
            <p:nvPr/>
          </p:nvSpPr>
          <p:spPr>
            <a:xfrm flipV="1">
              <a:off x="5350863" y="10044808"/>
              <a:ext cx="988776" cy="78307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0" name="AutoShape 230"/>
            <p:cNvSpPr/>
            <p:nvPr/>
          </p:nvSpPr>
          <p:spPr>
            <a:xfrm>
              <a:off x="2881651" y="9023170"/>
              <a:ext cx="1064601" cy="55666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1" name="AutoShape 231"/>
            <p:cNvSpPr/>
            <p:nvPr/>
          </p:nvSpPr>
          <p:spPr>
            <a:xfrm>
              <a:off x="2891152" y="8958989"/>
              <a:ext cx="977683" cy="29319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2" name="AutoShape 232"/>
            <p:cNvSpPr/>
            <p:nvPr/>
          </p:nvSpPr>
          <p:spPr>
            <a:xfrm>
              <a:off x="2826972" y="9074866"/>
              <a:ext cx="1119280" cy="9699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3" name="AutoShape 233"/>
            <p:cNvSpPr/>
            <p:nvPr/>
          </p:nvSpPr>
          <p:spPr>
            <a:xfrm>
              <a:off x="2752002" y="9094865"/>
              <a:ext cx="1194250" cy="141920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4" name="AutoShape 234"/>
            <p:cNvSpPr/>
            <p:nvPr/>
          </p:nvSpPr>
          <p:spPr>
            <a:xfrm flipV="1">
              <a:off x="2881651" y="9316032"/>
              <a:ext cx="987185" cy="11104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5" name="AutoShape 235"/>
            <p:cNvSpPr/>
            <p:nvPr/>
          </p:nvSpPr>
          <p:spPr>
            <a:xfrm>
              <a:off x="2880882" y="9483232"/>
              <a:ext cx="987953" cy="169746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6" name="AutoShape 236"/>
            <p:cNvSpPr/>
            <p:nvPr/>
          </p:nvSpPr>
          <p:spPr>
            <a:xfrm>
              <a:off x="2826972" y="9579836"/>
              <a:ext cx="1041863" cy="550930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7" name="AutoShape 237"/>
            <p:cNvSpPr/>
            <p:nvPr/>
          </p:nvSpPr>
          <p:spPr>
            <a:xfrm>
              <a:off x="2826972" y="9579836"/>
              <a:ext cx="1041863" cy="100264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8" name="AutoShape 238"/>
            <p:cNvSpPr/>
            <p:nvPr/>
          </p:nvSpPr>
          <p:spPr>
            <a:xfrm flipV="1">
              <a:off x="2891152" y="10638636"/>
              <a:ext cx="977683" cy="317088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9" name="AutoShape 239"/>
            <p:cNvSpPr/>
            <p:nvPr/>
          </p:nvSpPr>
          <p:spPr>
            <a:xfrm flipV="1">
              <a:off x="2882822" y="10238920"/>
              <a:ext cx="1063430" cy="64276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40" name="AutoShape 240"/>
            <p:cNvSpPr/>
            <p:nvPr/>
          </p:nvSpPr>
          <p:spPr>
            <a:xfrm flipV="1">
              <a:off x="2830484" y="9764005"/>
              <a:ext cx="1038351" cy="1065271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41" name="AutoShape 241"/>
            <p:cNvSpPr/>
            <p:nvPr/>
          </p:nvSpPr>
          <p:spPr>
            <a:xfrm flipV="1">
              <a:off x="2826972" y="9374123"/>
              <a:ext cx="1041863" cy="1455152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42" name="Freeform 242"/>
            <p:cNvSpPr/>
            <p:nvPr/>
          </p:nvSpPr>
          <p:spPr>
            <a:xfrm>
              <a:off x="3868835" y="9134302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3" name="Freeform 243"/>
            <p:cNvSpPr/>
            <p:nvPr/>
          </p:nvSpPr>
          <p:spPr>
            <a:xfrm>
              <a:off x="3868835" y="9565676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4" name="Freeform 244"/>
            <p:cNvSpPr/>
            <p:nvPr/>
          </p:nvSpPr>
          <p:spPr>
            <a:xfrm>
              <a:off x="3868835" y="9995446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5" name="Freeform 245"/>
            <p:cNvSpPr/>
            <p:nvPr/>
          </p:nvSpPr>
          <p:spPr>
            <a:xfrm>
              <a:off x="3868835" y="10484529"/>
              <a:ext cx="287194" cy="287194"/>
            </a:xfrm>
            <a:custGeom>
              <a:avLst/>
              <a:gdLst/>
              <a:ahLst/>
              <a:cxnLst/>
              <a:rect l="l" t="t" r="r" b="b"/>
              <a:pathLst>
                <a:path w="287194" h="287194">
                  <a:moveTo>
                    <a:pt x="0" y="0"/>
                  </a:moveTo>
                  <a:lnTo>
                    <a:pt x="287194" y="0"/>
                  </a:lnTo>
                  <a:lnTo>
                    <a:pt x="287194" y="287194"/>
                  </a:lnTo>
                  <a:lnTo>
                    <a:pt x="0" y="287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6" name="TextBox 246"/>
            <p:cNvSpPr txBox="1"/>
            <p:nvPr/>
          </p:nvSpPr>
          <p:spPr>
            <a:xfrm>
              <a:off x="3919672" y="9145711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V1′</a:t>
              </a:r>
            </a:p>
          </p:txBody>
        </p:sp>
        <p:sp>
          <p:nvSpPr>
            <p:cNvPr id="247" name="TextBox 247"/>
            <p:cNvSpPr txBox="1"/>
            <p:nvPr/>
          </p:nvSpPr>
          <p:spPr>
            <a:xfrm>
              <a:off x="3919672" y="9588948"/>
              <a:ext cx="185520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V2′</a:t>
              </a:r>
            </a:p>
          </p:txBody>
        </p:sp>
        <p:sp>
          <p:nvSpPr>
            <p:cNvPr id="248" name="TextBox 248"/>
            <p:cNvSpPr txBox="1"/>
            <p:nvPr/>
          </p:nvSpPr>
          <p:spPr>
            <a:xfrm>
              <a:off x="3874647" y="10517354"/>
              <a:ext cx="269708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V256′</a:t>
              </a:r>
            </a:p>
          </p:txBody>
        </p:sp>
        <p:sp>
          <p:nvSpPr>
            <p:cNvPr id="249" name="Freeform 249"/>
            <p:cNvSpPr/>
            <p:nvPr/>
          </p:nvSpPr>
          <p:spPr>
            <a:xfrm>
              <a:off x="8080291" y="9792482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0" name="Freeform 250"/>
            <p:cNvSpPr/>
            <p:nvPr/>
          </p:nvSpPr>
          <p:spPr>
            <a:xfrm>
              <a:off x="6210081" y="9785693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1" name="Freeform 251"/>
            <p:cNvSpPr/>
            <p:nvPr/>
          </p:nvSpPr>
          <p:spPr>
            <a:xfrm>
              <a:off x="7156093" y="9785693"/>
              <a:ext cx="259115" cy="259115"/>
            </a:xfrm>
            <a:custGeom>
              <a:avLst/>
              <a:gdLst/>
              <a:ahLst/>
              <a:cxnLst/>
              <a:rect l="l" t="t" r="r" b="b"/>
              <a:pathLst>
                <a:path w="259115" h="259115">
                  <a:moveTo>
                    <a:pt x="0" y="0"/>
                  </a:moveTo>
                  <a:lnTo>
                    <a:pt x="259115" y="0"/>
                  </a:lnTo>
                  <a:lnTo>
                    <a:pt x="259115" y="259115"/>
                  </a:lnTo>
                  <a:lnTo>
                    <a:pt x="0" y="259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2" name="AutoShape 252"/>
            <p:cNvSpPr/>
            <p:nvPr/>
          </p:nvSpPr>
          <p:spPr>
            <a:xfrm flipV="1">
              <a:off x="6469273" y="9915251"/>
              <a:ext cx="686820" cy="6789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53" name="AutoShape 253"/>
            <p:cNvSpPr/>
            <p:nvPr/>
          </p:nvSpPr>
          <p:spPr>
            <a:xfrm>
              <a:off x="7415208" y="9915251"/>
              <a:ext cx="665015" cy="12733"/>
            </a:xfrm>
            <a:prstGeom prst="line">
              <a:avLst/>
            </a:prstGeom>
            <a:ln w="13579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54" name="TextBox 254"/>
            <p:cNvSpPr txBox="1"/>
            <p:nvPr/>
          </p:nvSpPr>
          <p:spPr>
            <a:xfrm>
              <a:off x="6220756" y="9794434"/>
              <a:ext cx="259115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rc</a:t>
              </a:r>
            </a:p>
          </p:txBody>
        </p:sp>
        <p:sp>
          <p:nvSpPr>
            <p:cNvPr id="255" name="TextBox 255"/>
            <p:cNvSpPr txBox="1"/>
            <p:nvPr/>
          </p:nvSpPr>
          <p:spPr>
            <a:xfrm>
              <a:off x="7231835" y="9807167"/>
              <a:ext cx="107569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</a:t>
              </a:r>
            </a:p>
          </p:txBody>
        </p:sp>
        <p:sp>
          <p:nvSpPr>
            <p:cNvPr id="256" name="TextBox 256"/>
            <p:cNvSpPr txBox="1"/>
            <p:nvPr/>
          </p:nvSpPr>
          <p:spPr>
            <a:xfrm>
              <a:off x="8096190" y="9807167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αi</a:t>
              </a:r>
            </a:p>
          </p:txBody>
        </p:sp>
        <p:sp>
          <p:nvSpPr>
            <p:cNvPr id="257" name="TextBox 257"/>
            <p:cNvSpPr txBox="1"/>
            <p:nvPr/>
          </p:nvSpPr>
          <p:spPr>
            <a:xfrm>
              <a:off x="7767283" y="10143115"/>
              <a:ext cx="806296" cy="35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7"/>
                </a:lnSpc>
                <a:spcBef>
                  <a:spcPct val="0"/>
                </a:spcBef>
              </a:pPr>
              <a:r>
                <a:rPr lang="en-US" sz="74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Attention Score</a:t>
              </a:r>
            </a:p>
          </p:txBody>
        </p:sp>
        <p:sp>
          <p:nvSpPr>
            <p:cNvPr id="258" name="TextBox 258"/>
            <p:cNvSpPr txBox="1"/>
            <p:nvPr/>
          </p:nvSpPr>
          <p:spPr>
            <a:xfrm>
              <a:off x="2633897" y="8831669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</a:t>
              </a:r>
            </a:p>
          </p:txBody>
        </p:sp>
        <p:sp>
          <p:nvSpPr>
            <p:cNvPr id="259" name="TextBox 259"/>
            <p:cNvSpPr txBox="1"/>
            <p:nvPr/>
          </p:nvSpPr>
          <p:spPr>
            <a:xfrm>
              <a:off x="2633897" y="9359280"/>
              <a:ext cx="227316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x2</a:t>
              </a:r>
            </a:p>
          </p:txBody>
        </p:sp>
        <p:sp>
          <p:nvSpPr>
            <p:cNvPr id="260" name="TextBox 260"/>
            <p:cNvSpPr txBox="1"/>
            <p:nvPr/>
          </p:nvSpPr>
          <p:spPr>
            <a:xfrm>
              <a:off x="2603958" y="10795103"/>
              <a:ext cx="275451" cy="203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60"/>
                </a:lnSpc>
                <a:spcBef>
                  <a:spcPct val="0"/>
                </a:spcBef>
              </a:pPr>
              <a:r>
                <a:rPr lang="en-US" sz="828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x1792</a:t>
              </a:r>
            </a:p>
          </p:txBody>
        </p:sp>
        <p:sp>
          <p:nvSpPr>
            <p:cNvPr id="261" name="TextBox 261"/>
            <p:cNvSpPr txBox="1"/>
            <p:nvPr/>
          </p:nvSpPr>
          <p:spPr>
            <a:xfrm>
              <a:off x="99059" y="751552"/>
              <a:ext cx="1362519" cy="8866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'​</a:t>
              </a:r>
            </a:p>
          </p:txBody>
        </p:sp>
        <p:sp>
          <p:nvSpPr>
            <p:cNvPr id="262" name="TextBox 262"/>
            <p:cNvSpPr txBox="1"/>
            <p:nvPr/>
          </p:nvSpPr>
          <p:spPr>
            <a:xfrm>
              <a:off x="99060" y="3415452"/>
              <a:ext cx="1307832" cy="8866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'​</a:t>
              </a:r>
            </a:p>
          </p:txBody>
        </p:sp>
        <p:sp>
          <p:nvSpPr>
            <p:cNvPr id="263" name="TextBox 263"/>
            <p:cNvSpPr txBox="1"/>
            <p:nvPr/>
          </p:nvSpPr>
          <p:spPr>
            <a:xfrm>
              <a:off x="0" y="9672966"/>
              <a:ext cx="1359979" cy="88665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20</a:t>
              </a: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'​</a:t>
              </a:r>
            </a:p>
          </p:txBody>
        </p:sp>
        <p:sp>
          <p:nvSpPr>
            <p:cNvPr id="264" name="Freeform 264"/>
            <p:cNvSpPr/>
            <p:nvPr/>
          </p:nvSpPr>
          <p:spPr>
            <a:xfrm>
              <a:off x="408268" y="5645572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5" name="Freeform 265"/>
            <p:cNvSpPr/>
            <p:nvPr/>
          </p:nvSpPr>
          <p:spPr>
            <a:xfrm>
              <a:off x="408268" y="7157619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6" name="Freeform 266"/>
            <p:cNvSpPr/>
            <p:nvPr/>
          </p:nvSpPr>
          <p:spPr>
            <a:xfrm>
              <a:off x="408268" y="8293558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67" name="Group 267"/>
          <p:cNvGrpSpPr/>
          <p:nvPr/>
        </p:nvGrpSpPr>
        <p:grpSpPr>
          <a:xfrm>
            <a:off x="9720125" y="1754587"/>
            <a:ext cx="871674" cy="7278993"/>
            <a:chOff x="-1" y="-152400"/>
            <a:chExt cx="1162231" cy="9705310"/>
          </a:xfrm>
        </p:grpSpPr>
        <p:sp>
          <p:nvSpPr>
            <p:cNvPr id="268" name="Freeform 268"/>
            <p:cNvSpPr/>
            <p:nvPr/>
          </p:nvSpPr>
          <p:spPr>
            <a:xfrm>
              <a:off x="451031" y="4670950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9" name="TextBox 269"/>
            <p:cNvSpPr txBox="1"/>
            <p:nvPr/>
          </p:nvSpPr>
          <p:spPr>
            <a:xfrm>
              <a:off x="99060" y="-152400"/>
              <a:ext cx="859971" cy="885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  <p:sp>
          <p:nvSpPr>
            <p:cNvPr id="270" name="TextBox 270"/>
            <p:cNvSpPr txBox="1"/>
            <p:nvPr/>
          </p:nvSpPr>
          <p:spPr>
            <a:xfrm>
              <a:off x="99060" y="2655081"/>
              <a:ext cx="961571" cy="885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  <p:sp>
          <p:nvSpPr>
            <p:cNvPr id="271" name="Freeform 271"/>
            <p:cNvSpPr/>
            <p:nvPr/>
          </p:nvSpPr>
          <p:spPr>
            <a:xfrm>
              <a:off x="451031" y="6136744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2" name="Freeform 272"/>
            <p:cNvSpPr/>
            <p:nvPr/>
          </p:nvSpPr>
          <p:spPr>
            <a:xfrm>
              <a:off x="451031" y="7414150"/>
              <a:ext cx="240105" cy="240105"/>
            </a:xfrm>
            <a:custGeom>
              <a:avLst/>
              <a:gdLst/>
              <a:ahLst/>
              <a:cxnLst/>
              <a:rect l="l" t="t" r="r" b="b"/>
              <a:pathLst>
                <a:path w="240105" h="240105">
                  <a:moveTo>
                    <a:pt x="0" y="0"/>
                  </a:moveTo>
                  <a:lnTo>
                    <a:pt x="240105" y="0"/>
                  </a:lnTo>
                  <a:lnTo>
                    <a:pt x="240105" y="240105"/>
                  </a:lnTo>
                  <a:lnTo>
                    <a:pt x="0" y="240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3" name="TextBox 273"/>
            <p:cNvSpPr txBox="1"/>
            <p:nvPr/>
          </p:nvSpPr>
          <p:spPr>
            <a:xfrm>
              <a:off x="-1" y="8667282"/>
              <a:ext cx="1162231" cy="885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</a:t>
              </a:r>
              <a:r>
                <a:rPr lang="en-US" sz="38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20</a:t>
              </a:r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3F56FDE7-5C7C-2C3E-4D7D-2C28A8DF824D}"/>
              </a:ext>
            </a:extLst>
          </p:cNvPr>
          <p:cNvGrpSpPr/>
          <p:nvPr/>
        </p:nvGrpSpPr>
        <p:grpSpPr>
          <a:xfrm>
            <a:off x="11752986" y="1716488"/>
            <a:ext cx="6034835" cy="6585938"/>
            <a:chOff x="11752986" y="1716488"/>
            <a:chExt cx="6034835" cy="6585938"/>
          </a:xfrm>
        </p:grpSpPr>
        <p:sp>
          <p:nvSpPr>
            <p:cNvPr id="274" name="TextBox 274"/>
            <p:cNvSpPr txBox="1"/>
            <p:nvPr/>
          </p:nvSpPr>
          <p:spPr>
            <a:xfrm>
              <a:off x="11752986" y="1716488"/>
              <a:ext cx="4896803" cy="739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59"/>
                </a:lnSpc>
                <a:spcBef>
                  <a:spcPct val="0"/>
                </a:spcBef>
              </a:pPr>
              <a:r>
                <a:rPr lang="en-US" sz="38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Influencer Level Vector </a:t>
              </a:r>
            </a:p>
          </p:txBody>
        </p:sp>
        <p:sp>
          <p:nvSpPr>
            <p:cNvPr id="275" name="TextBox 275"/>
            <p:cNvSpPr txBox="1"/>
            <p:nvPr/>
          </p:nvSpPr>
          <p:spPr>
            <a:xfrm>
              <a:off x="11752986" y="5000625"/>
              <a:ext cx="6034835" cy="3301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179"/>
                </a:lnSpc>
              </a:pP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Where :</a:t>
              </a:r>
            </a:p>
            <a:p>
              <a:pPr algn="l">
                <a:lnSpc>
                  <a:spcPts val="5179"/>
                </a:lnSpc>
              </a:pP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36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 ε ℝ</a:t>
              </a:r>
              <a:r>
                <a:rPr lang="en-US" sz="3699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256×1</a:t>
              </a: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(output from first FC layer + </a:t>
              </a:r>
              <a:r>
                <a:rPr lang="en-US" sz="3699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ReLU</a:t>
              </a: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per post)</a:t>
              </a:r>
            </a:p>
            <a:p>
              <a:pPr algn="l">
                <a:lnSpc>
                  <a:spcPts val="5179"/>
                </a:lnSpc>
              </a:pP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</a:t>
              </a:r>
              <a:r>
                <a:rPr lang="en-US" sz="3699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= Scalar attention score </a:t>
              </a:r>
            </a:p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 = 20 (posts per influencer) </a:t>
              </a:r>
            </a:p>
          </p:txBody>
        </p:sp>
        <p:grpSp>
          <p:nvGrpSpPr>
            <p:cNvPr id="276" name="Group 276"/>
            <p:cNvGrpSpPr/>
            <p:nvPr/>
          </p:nvGrpSpPr>
          <p:grpSpPr>
            <a:xfrm>
              <a:off x="12496800" y="3504541"/>
              <a:ext cx="3505914" cy="694934"/>
              <a:chOff x="-421531" y="-327728"/>
              <a:chExt cx="4674552" cy="926579"/>
            </a:xfrm>
          </p:grpSpPr>
          <p:sp>
            <p:nvSpPr>
              <p:cNvPr id="277" name="TextBox 277"/>
              <p:cNvSpPr txBox="1"/>
              <p:nvPr/>
            </p:nvSpPr>
            <p:spPr>
              <a:xfrm>
                <a:off x="-421531" y="-327728"/>
                <a:ext cx="1745139" cy="92657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660"/>
                  </a:lnSpc>
                  <a:spcBef>
                    <a:spcPct val="0"/>
                  </a:spcBef>
                </a:pPr>
                <a:r>
                  <a:rPr lang="en-US" sz="4043" b="1" err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V</a:t>
                </a:r>
                <a:r>
                  <a:rPr lang="en-US" sz="4043" b="1" baseline="-25000" err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j</a:t>
                </a:r>
                <a:r>
                  <a:rPr lang="en-US" sz="4043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 =   </a:t>
                </a:r>
              </a:p>
            </p:txBody>
          </p:sp>
          <p:sp>
            <p:nvSpPr>
              <p:cNvPr id="278" name="TextBox 278"/>
              <p:cNvSpPr txBox="1"/>
              <p:nvPr/>
            </p:nvSpPr>
            <p:spPr>
              <a:xfrm>
                <a:off x="2016869" y="-327728"/>
                <a:ext cx="2236152" cy="91794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5660"/>
                  </a:lnSpc>
                  <a:spcBef>
                    <a:spcPct val="0"/>
                  </a:spcBef>
                </a:pPr>
                <a:r>
                  <a:rPr lang="en-US" sz="4043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 α</a:t>
                </a:r>
                <a:r>
                  <a:rPr lang="en-US" sz="4043" b="1" baseline="-25000" err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i</a:t>
                </a:r>
                <a:r>
                  <a:rPr lang="en-US" sz="4043" b="1" baseline="-25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 </a:t>
                </a:r>
                <a:r>
                  <a:rPr lang="en-US" sz="4043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.V</a:t>
                </a:r>
                <a:r>
                  <a:rPr lang="en-US" sz="4043" b="1" baseline="-25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i</a:t>
                </a:r>
                <a:r>
                  <a:rPr lang="en-US" sz="4043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′  </a:t>
                </a:r>
              </a:p>
            </p:txBody>
          </p:sp>
        </p:grpSp>
        <p:pic>
          <p:nvPicPr>
            <p:cNvPr id="279" name="Picture 27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601621" y="3043491"/>
              <a:ext cx="980874" cy="1655225"/>
            </a:xfrm>
            <a:prstGeom prst="rect">
              <a:avLst/>
            </a:prstGeom>
          </p:spPr>
        </p:pic>
      </p:grpSp>
      <p:sp>
        <p:nvSpPr>
          <p:cNvPr id="280" name="Freeform 280"/>
          <p:cNvSpPr/>
          <p:nvPr/>
        </p:nvSpPr>
        <p:spPr>
          <a:xfrm rot="4652408">
            <a:off x="16483806" y="-483695"/>
            <a:ext cx="2186239" cy="2186239"/>
          </a:xfrm>
          <a:custGeom>
            <a:avLst/>
            <a:gdLst/>
            <a:ahLst/>
            <a:cxnLst/>
            <a:rect l="l" t="t" r="r" b="b"/>
            <a:pathLst>
              <a:path w="2186239" h="2186239">
                <a:moveTo>
                  <a:pt x="0" y="0"/>
                </a:moveTo>
                <a:lnTo>
                  <a:pt x="2186239" y="0"/>
                </a:lnTo>
                <a:lnTo>
                  <a:pt x="2186239" y="2186239"/>
                </a:lnTo>
                <a:lnTo>
                  <a:pt x="0" y="21862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1431"/>
            <a:ext cx="9493315" cy="1422367"/>
            <a:chOff x="0" y="-28575"/>
            <a:chExt cx="12657752" cy="18964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57751" cy="1867915"/>
            </a:xfrm>
            <a:custGeom>
              <a:avLst/>
              <a:gdLst/>
              <a:ahLst/>
              <a:cxnLst/>
              <a:rect l="l" t="t" r="r" b="b"/>
              <a:pathLst>
                <a:path w="12657751" h="1867915">
                  <a:moveTo>
                    <a:pt x="0" y="0"/>
                  </a:moveTo>
                  <a:lnTo>
                    <a:pt x="12657751" y="0"/>
                  </a:lnTo>
                  <a:lnTo>
                    <a:pt x="12657751" y="1867915"/>
                  </a:lnTo>
                  <a:lnTo>
                    <a:pt x="0" y="1867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-15003" r="-1500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149944" y="-28575"/>
              <a:ext cx="12507808" cy="1007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83"/>
                </a:lnSpc>
              </a:pPr>
              <a:r>
                <a:rPr lang="en-US" sz="4819" b="1">
                  <a:solidFill>
                    <a:srgbClr val="262626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Post Attention Classifier Head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DDAB024-4BE0-1E22-D5FA-941BB9BD6BEA}"/>
              </a:ext>
            </a:extLst>
          </p:cNvPr>
          <p:cNvGrpSpPr/>
          <p:nvPr/>
        </p:nvGrpSpPr>
        <p:grpSpPr>
          <a:xfrm>
            <a:off x="2231298" y="1473582"/>
            <a:ext cx="5000622" cy="7487637"/>
            <a:chOff x="2231298" y="1473582"/>
            <a:chExt cx="5000622" cy="7487637"/>
          </a:xfrm>
        </p:grpSpPr>
        <p:sp>
          <p:nvSpPr>
            <p:cNvPr id="5" name="AutoShape 5"/>
            <p:cNvSpPr/>
            <p:nvPr/>
          </p:nvSpPr>
          <p:spPr>
            <a:xfrm flipV="1">
              <a:off x="2430875" y="3019258"/>
              <a:ext cx="2712555" cy="204448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2231298" y="1473582"/>
              <a:ext cx="5000622" cy="7487637"/>
              <a:chOff x="20274" y="201001"/>
              <a:chExt cx="6667496" cy="9983515"/>
            </a:xfrm>
          </p:grpSpPr>
          <p:sp>
            <p:nvSpPr>
              <p:cNvPr id="7" name="AutoShape 7"/>
              <p:cNvSpPr/>
              <p:nvPr/>
            </p:nvSpPr>
            <p:spPr>
              <a:xfrm flipV="1">
                <a:off x="286377" y="4502188"/>
                <a:ext cx="3616740" cy="2321932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8" name="AutoShape 8"/>
              <p:cNvSpPr/>
              <p:nvPr/>
            </p:nvSpPr>
            <p:spPr>
              <a:xfrm flipV="1">
                <a:off x="286377" y="1776962"/>
                <a:ext cx="4151152" cy="1508345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292917" y="3453206"/>
                <a:ext cx="3610201" cy="582954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0" name="AutoShape 10"/>
              <p:cNvSpPr/>
              <p:nvPr/>
            </p:nvSpPr>
            <p:spPr>
              <a:xfrm flipV="1">
                <a:off x="286377" y="4283270"/>
                <a:ext cx="3616740" cy="906929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286377" y="3693462"/>
                <a:ext cx="3892148" cy="5612177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2" name="AutoShape 12"/>
              <p:cNvSpPr/>
              <p:nvPr/>
            </p:nvSpPr>
            <p:spPr>
              <a:xfrm flipV="1">
                <a:off x="26234" y="2589560"/>
                <a:ext cx="3876883" cy="3670336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3" name="AutoShape 13"/>
              <p:cNvSpPr/>
              <p:nvPr/>
            </p:nvSpPr>
            <p:spPr>
              <a:xfrm flipV="1">
                <a:off x="286377" y="4741042"/>
                <a:ext cx="4151152" cy="3670336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4" name="AutoShape 14"/>
              <p:cNvSpPr/>
              <p:nvPr/>
            </p:nvSpPr>
            <p:spPr>
              <a:xfrm flipV="1">
                <a:off x="20274" y="2649273"/>
                <a:ext cx="4138361" cy="5483140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42897" y="7055945"/>
                <a:ext cx="3860220" cy="2639211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286377" y="8676810"/>
                <a:ext cx="4151152" cy="1507706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20274" y="5538289"/>
                <a:ext cx="4138361" cy="3805382"/>
              </a:xfrm>
              <a:prstGeom prst="line">
                <a:avLst/>
              </a:prstGeom>
              <a:ln w="50800" cap="flat">
                <a:solidFill>
                  <a:srgbClr val="000000"/>
                </a:solidFill>
                <a:prstDash val="solid"/>
                <a:headEnd type="none" w="sm" len="sm"/>
                <a:tailEnd type="triangle" w="lg" len="med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564745" y="201001"/>
                <a:ext cx="2328052" cy="5715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360"/>
                  </a:lnSpc>
                  <a:spcBef>
                    <a:spcPct val="0"/>
                  </a:spcBef>
                </a:pPr>
                <a:r>
                  <a:rPr lang="en-US" sz="280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FC layer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929586" y="656898"/>
                <a:ext cx="3758184" cy="62957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W</a:t>
                </a:r>
                <a:r>
                  <a:rPr lang="en-US" sz="2799" b="1" baseline="-25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3</a:t>
                </a:r>
                <a:r>
                  <a:rPr lang="en-US" sz="2799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 ε ℝ</a:t>
                </a:r>
                <a:r>
                  <a:rPr lang="en-US" sz="2799" b="1" baseline="30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512×256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503725" y="1042905"/>
                <a:ext cx="2765627" cy="62957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919"/>
                  </a:lnSpc>
                </a:pPr>
                <a:r>
                  <a:rPr lang="en-US" sz="2799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b</a:t>
                </a:r>
                <a:r>
                  <a:rPr lang="en-US" sz="2799" b="1" baseline="-25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3</a:t>
                </a:r>
                <a:r>
                  <a:rPr lang="en-US" sz="2799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 ε ℝ</a:t>
                </a:r>
                <a:r>
                  <a:rPr lang="en-US" sz="2799" b="1" baseline="30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512×1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3903118" y="1776962"/>
                <a:ext cx="1068824" cy="1068824"/>
              </a:xfrm>
              <a:custGeom>
                <a:avLst/>
                <a:gdLst/>
                <a:ahLst/>
                <a:cxnLst/>
                <a:rect l="l" t="t" r="r" b="b"/>
                <a:pathLst>
                  <a:path w="1068824" h="1068824">
                    <a:moveTo>
                      <a:pt x="0" y="0"/>
                    </a:moveTo>
                    <a:lnTo>
                      <a:pt x="1068823" y="0"/>
                    </a:lnTo>
                    <a:lnTo>
                      <a:pt x="1068823" y="1068824"/>
                    </a:lnTo>
                    <a:lnTo>
                      <a:pt x="0" y="106882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03118" y="3667931"/>
                <a:ext cx="1068824" cy="1068824"/>
              </a:xfrm>
              <a:custGeom>
                <a:avLst/>
                <a:gdLst/>
                <a:ahLst/>
                <a:cxnLst/>
                <a:rect l="l" t="t" r="r" b="b"/>
                <a:pathLst>
                  <a:path w="1068824" h="1068824">
                    <a:moveTo>
                      <a:pt x="0" y="0"/>
                    </a:moveTo>
                    <a:lnTo>
                      <a:pt x="1068823" y="0"/>
                    </a:lnTo>
                    <a:lnTo>
                      <a:pt x="1068823" y="1068824"/>
                    </a:lnTo>
                    <a:lnTo>
                      <a:pt x="0" y="106882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3118" y="9115692"/>
                <a:ext cx="1068824" cy="1068824"/>
              </a:xfrm>
              <a:custGeom>
                <a:avLst/>
                <a:gdLst/>
                <a:ahLst/>
                <a:cxnLst/>
                <a:rect l="l" t="t" r="r" b="b"/>
                <a:pathLst>
                  <a:path w="1068824" h="1068824">
                    <a:moveTo>
                      <a:pt x="0" y="0"/>
                    </a:moveTo>
                    <a:lnTo>
                      <a:pt x="1068823" y="0"/>
                    </a:lnTo>
                    <a:lnTo>
                      <a:pt x="1068823" y="1068824"/>
                    </a:lnTo>
                    <a:lnTo>
                      <a:pt x="0" y="106882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318104" y="5558899"/>
                <a:ext cx="238852" cy="238852"/>
              </a:xfrm>
              <a:custGeom>
                <a:avLst/>
                <a:gdLst/>
                <a:ahLst/>
                <a:cxnLst/>
                <a:rect l="l" t="t" r="r" b="b"/>
                <a:pathLst>
                  <a:path w="238852" h="238852">
                    <a:moveTo>
                      <a:pt x="0" y="0"/>
                    </a:moveTo>
                    <a:lnTo>
                      <a:pt x="238851" y="0"/>
                    </a:lnTo>
                    <a:lnTo>
                      <a:pt x="238851" y="238852"/>
                    </a:lnTo>
                    <a:lnTo>
                      <a:pt x="0" y="23885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18104" y="6806102"/>
                <a:ext cx="238852" cy="238852"/>
              </a:xfrm>
              <a:custGeom>
                <a:avLst/>
                <a:gdLst/>
                <a:ahLst/>
                <a:cxnLst/>
                <a:rect l="l" t="t" r="r" b="b"/>
                <a:pathLst>
                  <a:path w="238852" h="238852">
                    <a:moveTo>
                      <a:pt x="0" y="0"/>
                    </a:moveTo>
                    <a:lnTo>
                      <a:pt x="238851" y="0"/>
                    </a:lnTo>
                    <a:lnTo>
                      <a:pt x="238851" y="238851"/>
                    </a:lnTo>
                    <a:lnTo>
                      <a:pt x="0" y="2388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318104" y="8055650"/>
                <a:ext cx="238852" cy="238852"/>
              </a:xfrm>
              <a:custGeom>
                <a:avLst/>
                <a:gdLst/>
                <a:ahLst/>
                <a:cxnLst/>
                <a:rect l="l" t="t" r="r" b="b"/>
                <a:pathLst>
                  <a:path w="238852" h="238852">
                    <a:moveTo>
                      <a:pt x="0" y="0"/>
                    </a:moveTo>
                    <a:lnTo>
                      <a:pt x="238851" y="0"/>
                    </a:lnTo>
                    <a:lnTo>
                      <a:pt x="238851" y="238851"/>
                    </a:lnTo>
                    <a:lnTo>
                      <a:pt x="0" y="23885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092645" y="1846144"/>
                <a:ext cx="827144" cy="69463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312"/>
                  </a:lnSpc>
                  <a:spcBef>
                    <a:spcPct val="0"/>
                  </a:spcBef>
                </a:pPr>
                <a:r>
                  <a:rPr lang="en-US" sz="308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Z</a:t>
                </a:r>
                <a:r>
                  <a:rPr lang="en-US" sz="3080" b="1" baseline="-25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1</a:t>
                </a:r>
                <a:r>
                  <a:rPr lang="en-US" sz="308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′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000925" y="3777359"/>
                <a:ext cx="870565" cy="69463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312"/>
                  </a:lnSpc>
                  <a:spcBef>
                    <a:spcPct val="0"/>
                  </a:spcBef>
                </a:pPr>
                <a:r>
                  <a:rPr lang="en-US" sz="308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Z</a:t>
                </a:r>
                <a:r>
                  <a:rPr lang="en-US" sz="3080" b="1" baseline="-25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2</a:t>
                </a:r>
                <a:r>
                  <a:rPr lang="en-US" sz="308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′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034523" y="9286168"/>
                <a:ext cx="937419" cy="6469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4032"/>
                  </a:lnSpc>
                  <a:spcBef>
                    <a:spcPct val="0"/>
                  </a:spcBef>
                </a:pPr>
                <a:r>
                  <a:rPr lang="en-US" sz="240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Z</a:t>
                </a:r>
                <a:r>
                  <a:rPr lang="en-US" sz="2400" b="1" baseline="-25000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512</a:t>
                </a:r>
                <a:r>
                  <a:rPr lang="en-US" sz="2880" b="1">
                    <a:solidFill>
                      <a:srgbClr val="000000"/>
                    </a:solidFill>
                    <a:latin typeface="Times New Roman MT Bold"/>
                    <a:ea typeface="Times New Roman MT Bold"/>
                    <a:cs typeface="Times New Roman MT Bold"/>
                    <a:sym typeface="Times New Roman MT Bold"/>
                  </a:rPr>
                  <a:t>′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785309" y="1520633"/>
            <a:ext cx="2818638" cy="6576497"/>
            <a:chOff x="-324521" y="-57150"/>
            <a:chExt cx="3758184" cy="8768662"/>
          </a:xfrm>
        </p:grpSpPr>
        <p:sp>
          <p:nvSpPr>
            <p:cNvPr id="31" name="Freeform 31"/>
            <p:cNvSpPr/>
            <p:nvPr/>
          </p:nvSpPr>
          <p:spPr>
            <a:xfrm>
              <a:off x="800743" y="2707524"/>
              <a:ext cx="1068824" cy="1068824"/>
            </a:xfrm>
            <a:custGeom>
              <a:avLst/>
              <a:gdLst/>
              <a:ahLst/>
              <a:cxnLst/>
              <a:rect l="l" t="t" r="r" b="b"/>
              <a:pathLst>
                <a:path w="1068824" h="1068824">
                  <a:moveTo>
                    <a:pt x="0" y="0"/>
                  </a:moveTo>
                  <a:lnTo>
                    <a:pt x="1068824" y="0"/>
                  </a:lnTo>
                  <a:lnTo>
                    <a:pt x="1068824" y="1068824"/>
                  </a:lnTo>
                  <a:lnTo>
                    <a:pt x="0" y="1068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989939" y="2767948"/>
              <a:ext cx="690432" cy="700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7"/>
                </a:lnSpc>
                <a:spcBef>
                  <a:spcPct val="0"/>
                </a:spcBef>
              </a:pPr>
              <a:r>
                <a:rPr lang="en-US" sz="308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308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7598" y="4341672"/>
              <a:ext cx="690432" cy="7006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7"/>
                </a:lnSpc>
                <a:spcBef>
                  <a:spcPct val="0"/>
                </a:spcBef>
              </a:pPr>
              <a:r>
                <a:rPr lang="en-US" sz="308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308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48402" y="4240636"/>
              <a:ext cx="1068824" cy="1068824"/>
            </a:xfrm>
            <a:custGeom>
              <a:avLst/>
              <a:gdLst/>
              <a:ahLst/>
              <a:cxnLst/>
              <a:rect l="l" t="t" r="r" b="b"/>
              <a:pathLst>
                <a:path w="1068824" h="1068824">
                  <a:moveTo>
                    <a:pt x="0" y="0"/>
                  </a:moveTo>
                  <a:lnTo>
                    <a:pt x="1068824" y="0"/>
                  </a:lnTo>
                  <a:lnTo>
                    <a:pt x="1068824" y="1068824"/>
                  </a:lnTo>
                  <a:lnTo>
                    <a:pt x="0" y="1068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800743" y="7642688"/>
              <a:ext cx="1068824" cy="1068824"/>
            </a:xfrm>
            <a:custGeom>
              <a:avLst/>
              <a:gdLst/>
              <a:ahLst/>
              <a:cxnLst/>
              <a:rect l="l" t="t" r="r" b="b"/>
              <a:pathLst>
                <a:path w="1068824" h="1068824">
                  <a:moveTo>
                    <a:pt x="0" y="0"/>
                  </a:moveTo>
                  <a:lnTo>
                    <a:pt x="1068824" y="0"/>
                  </a:lnTo>
                  <a:lnTo>
                    <a:pt x="1068824" y="1068824"/>
                  </a:lnTo>
                  <a:lnTo>
                    <a:pt x="0" y="1068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800743" y="5912368"/>
              <a:ext cx="1068824" cy="1068824"/>
            </a:xfrm>
            <a:custGeom>
              <a:avLst/>
              <a:gdLst/>
              <a:ahLst/>
              <a:cxnLst/>
              <a:rect l="l" t="t" r="r" b="b"/>
              <a:pathLst>
                <a:path w="1068824" h="1068824">
                  <a:moveTo>
                    <a:pt x="0" y="0"/>
                  </a:moveTo>
                  <a:lnTo>
                    <a:pt x="1068824" y="0"/>
                  </a:lnTo>
                  <a:lnTo>
                    <a:pt x="1068824" y="1068824"/>
                  </a:lnTo>
                  <a:lnTo>
                    <a:pt x="0" y="1068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842311" y="7696679"/>
              <a:ext cx="1003748" cy="6869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7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8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256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15142" y="-57150"/>
              <a:ext cx="2478859" cy="57143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Input layer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-324521" y="541686"/>
              <a:ext cx="3758184" cy="6295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799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j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ε ℝ</a:t>
              </a:r>
              <a:r>
                <a:rPr lang="en-US" sz="2799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256×1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58634" y="1478300"/>
            <a:ext cx="3060179" cy="7482927"/>
            <a:chOff x="167389" y="220838"/>
            <a:chExt cx="4080239" cy="9977225"/>
          </a:xfrm>
        </p:grpSpPr>
        <p:sp>
          <p:nvSpPr>
            <p:cNvPr id="41" name="TextBox 41"/>
            <p:cNvSpPr txBox="1"/>
            <p:nvPr/>
          </p:nvSpPr>
          <p:spPr>
            <a:xfrm>
              <a:off x="167389" y="220838"/>
              <a:ext cx="4080239" cy="615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60"/>
                </a:lnSpc>
                <a:spcBef>
                  <a:spcPct val="0"/>
                </a:spcBef>
              </a:pPr>
              <a:r>
                <a:rPr lang="en-US" sz="28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Final output layer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947" y="731373"/>
              <a:ext cx="2983460" cy="6295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ε ℝ</a:t>
              </a:r>
              <a:r>
                <a:rPr lang="en-US" sz="2799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9×512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1864" y="1171223"/>
              <a:ext cx="2765627" cy="6295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ε ℝ</a:t>
              </a:r>
              <a:r>
                <a:rPr lang="en-US" sz="2799" b="1" baseline="30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9×1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792524" y="1790508"/>
              <a:ext cx="1068824" cy="1068824"/>
            </a:xfrm>
            <a:custGeom>
              <a:avLst/>
              <a:gdLst/>
              <a:ahLst/>
              <a:cxnLst/>
              <a:rect l="l" t="t" r="r" b="b"/>
              <a:pathLst>
                <a:path w="1068824" h="1068824">
                  <a:moveTo>
                    <a:pt x="0" y="0"/>
                  </a:moveTo>
                  <a:lnTo>
                    <a:pt x="1068824" y="0"/>
                  </a:lnTo>
                  <a:lnTo>
                    <a:pt x="1068824" y="1068824"/>
                  </a:lnTo>
                  <a:lnTo>
                    <a:pt x="0" y="1068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1792524" y="3681477"/>
              <a:ext cx="1068824" cy="1068824"/>
            </a:xfrm>
            <a:custGeom>
              <a:avLst/>
              <a:gdLst/>
              <a:ahLst/>
              <a:cxnLst/>
              <a:rect l="l" t="t" r="r" b="b"/>
              <a:pathLst>
                <a:path w="1068824" h="1068824">
                  <a:moveTo>
                    <a:pt x="0" y="0"/>
                  </a:moveTo>
                  <a:lnTo>
                    <a:pt x="1068824" y="0"/>
                  </a:lnTo>
                  <a:lnTo>
                    <a:pt x="1068824" y="1068824"/>
                  </a:lnTo>
                  <a:lnTo>
                    <a:pt x="0" y="1068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1792524" y="9129239"/>
              <a:ext cx="1068824" cy="1068824"/>
            </a:xfrm>
            <a:custGeom>
              <a:avLst/>
              <a:gdLst/>
              <a:ahLst/>
              <a:cxnLst/>
              <a:rect l="l" t="t" r="r" b="b"/>
              <a:pathLst>
                <a:path w="1068824" h="1068824">
                  <a:moveTo>
                    <a:pt x="0" y="0"/>
                  </a:moveTo>
                  <a:lnTo>
                    <a:pt x="1068824" y="0"/>
                  </a:lnTo>
                  <a:lnTo>
                    <a:pt x="1068824" y="1068823"/>
                  </a:lnTo>
                  <a:lnTo>
                    <a:pt x="0" y="1068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2207510" y="5572446"/>
              <a:ext cx="238852" cy="238852"/>
            </a:xfrm>
            <a:custGeom>
              <a:avLst/>
              <a:gdLst/>
              <a:ahLst/>
              <a:cxnLst/>
              <a:rect l="l" t="t" r="r" b="b"/>
              <a:pathLst>
                <a:path w="238852" h="238852">
                  <a:moveTo>
                    <a:pt x="0" y="0"/>
                  </a:moveTo>
                  <a:lnTo>
                    <a:pt x="238852" y="0"/>
                  </a:lnTo>
                  <a:lnTo>
                    <a:pt x="238852" y="238851"/>
                  </a:lnTo>
                  <a:lnTo>
                    <a:pt x="0" y="238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>
              <a:off x="2207510" y="6819648"/>
              <a:ext cx="238852" cy="238852"/>
            </a:xfrm>
            <a:custGeom>
              <a:avLst/>
              <a:gdLst/>
              <a:ahLst/>
              <a:cxnLst/>
              <a:rect l="l" t="t" r="r" b="b"/>
              <a:pathLst>
                <a:path w="238852" h="238852">
                  <a:moveTo>
                    <a:pt x="0" y="0"/>
                  </a:moveTo>
                  <a:lnTo>
                    <a:pt x="238852" y="0"/>
                  </a:lnTo>
                  <a:lnTo>
                    <a:pt x="238852" y="238852"/>
                  </a:lnTo>
                  <a:lnTo>
                    <a:pt x="0" y="238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2207510" y="8069196"/>
              <a:ext cx="238852" cy="238852"/>
            </a:xfrm>
            <a:custGeom>
              <a:avLst/>
              <a:gdLst/>
              <a:ahLst/>
              <a:cxnLst/>
              <a:rect l="l" t="t" r="r" b="b"/>
              <a:pathLst>
                <a:path w="238852" h="238852">
                  <a:moveTo>
                    <a:pt x="0" y="0"/>
                  </a:moveTo>
                  <a:lnTo>
                    <a:pt x="238852" y="0"/>
                  </a:lnTo>
                  <a:lnTo>
                    <a:pt x="238852" y="238852"/>
                  </a:lnTo>
                  <a:lnTo>
                    <a:pt x="0" y="238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1997897" y="3831782"/>
              <a:ext cx="690432" cy="700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7"/>
                </a:lnSpc>
                <a:spcBef>
                  <a:spcPct val="0"/>
                </a:spcBef>
              </a:pPr>
              <a:r>
                <a:rPr lang="en-US" sz="308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Y</a:t>
              </a:r>
              <a:r>
                <a:rPr lang="en-US" sz="308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975170" y="1902751"/>
              <a:ext cx="690432" cy="700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7"/>
                </a:lnSpc>
                <a:spcBef>
                  <a:spcPct val="0"/>
                </a:spcBef>
              </a:pPr>
              <a:r>
                <a:rPr lang="en-US" sz="308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Y</a:t>
              </a:r>
              <a:r>
                <a:rPr lang="en-US" sz="308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89157" y="9195424"/>
              <a:ext cx="690432" cy="700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17"/>
                </a:lnSpc>
                <a:spcBef>
                  <a:spcPct val="0"/>
                </a:spcBef>
              </a:pPr>
              <a:r>
                <a:rPr lang="en-US" sz="3083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Y</a:t>
              </a:r>
              <a:r>
                <a:rPr lang="en-US" sz="3083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9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236239" y="9117620"/>
            <a:ext cx="2477344" cy="972690"/>
            <a:chOff x="53975" y="-114300"/>
            <a:chExt cx="3303125" cy="1296921"/>
          </a:xfrm>
        </p:grpSpPr>
        <p:sp>
          <p:nvSpPr>
            <p:cNvPr id="54" name="TextBox 54"/>
            <p:cNvSpPr txBox="1"/>
            <p:nvPr/>
          </p:nvSpPr>
          <p:spPr>
            <a:xfrm>
              <a:off x="53975" y="-114300"/>
              <a:ext cx="3303125" cy="6302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Z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 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= W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V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i​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+b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6283" y="552362"/>
              <a:ext cx="3118508" cy="6302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Z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′​=</a:t>
              </a:r>
              <a:r>
                <a:rPr lang="en-US" sz="2799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ReLU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(Z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i​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)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916836" y="9104093"/>
            <a:ext cx="2922916" cy="971587"/>
            <a:chOff x="0" y="-114300"/>
            <a:chExt cx="3897222" cy="1295448"/>
          </a:xfrm>
        </p:grpSpPr>
        <p:sp>
          <p:nvSpPr>
            <p:cNvPr id="57" name="TextBox 57"/>
            <p:cNvSpPr txBox="1"/>
            <p:nvPr/>
          </p:nvSpPr>
          <p:spPr>
            <a:xfrm>
              <a:off x="0" y="-114300"/>
              <a:ext cx="3897222" cy="6772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Y</a:t>
              </a:r>
              <a:r>
                <a:rPr lang="en-US" sz="29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9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= W</a:t>
              </a:r>
              <a:r>
                <a:rPr lang="en-US" sz="29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  <a:r>
                <a:rPr lang="en-US" sz="29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α</a:t>
              </a:r>
              <a:r>
                <a:rPr lang="en-US" sz="2999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9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</a:t>
              </a:r>
              <a:r>
                <a:rPr lang="en-US" sz="29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+ b</a:t>
              </a:r>
              <a:r>
                <a:rPr lang="en-US" sz="29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4</a:t>
              </a:r>
              <a:r>
                <a:rPr lang="en-US" sz="29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0539" y="545590"/>
              <a:ext cx="2251870" cy="6355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Raw logits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50A6121-7BF8-2EEE-CF15-417DE6667D36}"/>
              </a:ext>
            </a:extLst>
          </p:cNvPr>
          <p:cNvGrpSpPr/>
          <p:nvPr/>
        </p:nvGrpSpPr>
        <p:grpSpPr>
          <a:xfrm>
            <a:off x="5677957" y="2368162"/>
            <a:ext cx="10207764" cy="6221312"/>
            <a:chOff x="5677957" y="2368162"/>
            <a:chExt cx="10207764" cy="6221312"/>
          </a:xfrm>
        </p:grpSpPr>
        <p:sp>
          <p:nvSpPr>
            <p:cNvPr id="95" name="AutoShape 61">
              <a:extLst>
                <a:ext uri="{FF2B5EF4-FFF2-40B4-BE49-F238E27FC236}">
                  <a16:creationId xmlns:a16="http://schemas.microsoft.com/office/drawing/2014/main" id="{C1C65192-FA60-5329-D355-8190AE1A9FD1}"/>
                </a:ext>
              </a:extLst>
            </p:cNvPr>
            <p:cNvSpPr/>
            <p:nvPr/>
          </p:nvSpPr>
          <p:spPr>
            <a:xfrm flipV="1">
              <a:off x="5945049" y="2949276"/>
              <a:ext cx="5032436" cy="2241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6" name="AutoShape 61">
              <a:extLst>
                <a:ext uri="{FF2B5EF4-FFF2-40B4-BE49-F238E27FC236}">
                  <a16:creationId xmlns:a16="http://schemas.microsoft.com/office/drawing/2014/main" id="{07370338-3F8C-CC75-6E8B-CBA056AC12E6}"/>
                </a:ext>
              </a:extLst>
            </p:cNvPr>
            <p:cNvSpPr/>
            <p:nvPr/>
          </p:nvSpPr>
          <p:spPr>
            <a:xfrm>
              <a:off x="5880996" y="3158187"/>
              <a:ext cx="5250519" cy="104239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7" name="AutoShape 61">
              <a:extLst>
                <a:ext uri="{FF2B5EF4-FFF2-40B4-BE49-F238E27FC236}">
                  <a16:creationId xmlns:a16="http://schemas.microsoft.com/office/drawing/2014/main" id="{9257EAFE-E6DB-21D0-D8FA-3849A68B9510}"/>
                </a:ext>
              </a:extLst>
            </p:cNvPr>
            <p:cNvSpPr/>
            <p:nvPr/>
          </p:nvSpPr>
          <p:spPr>
            <a:xfrm>
              <a:off x="5822601" y="3292503"/>
              <a:ext cx="5420294" cy="500654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8" name="AutoShape 61">
              <a:extLst>
                <a:ext uri="{FF2B5EF4-FFF2-40B4-BE49-F238E27FC236}">
                  <a16:creationId xmlns:a16="http://schemas.microsoft.com/office/drawing/2014/main" id="{48C83670-DC1A-AF2E-2410-E04A6163A8E5}"/>
                </a:ext>
              </a:extLst>
            </p:cNvPr>
            <p:cNvSpPr/>
            <p:nvPr/>
          </p:nvSpPr>
          <p:spPr>
            <a:xfrm flipV="1">
              <a:off x="5833925" y="3223011"/>
              <a:ext cx="5168498" cy="977565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99" name="AutoShape 61">
              <a:extLst>
                <a:ext uri="{FF2B5EF4-FFF2-40B4-BE49-F238E27FC236}">
                  <a16:creationId xmlns:a16="http://schemas.microsoft.com/office/drawing/2014/main" id="{3D2DC2AD-7267-F634-511D-CFAB70BE2963}"/>
                </a:ext>
              </a:extLst>
            </p:cNvPr>
            <p:cNvSpPr/>
            <p:nvPr/>
          </p:nvSpPr>
          <p:spPr>
            <a:xfrm flipV="1">
              <a:off x="5937110" y="4440477"/>
              <a:ext cx="5107664" cy="4706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0" name="AutoShape 61">
              <a:extLst>
                <a:ext uri="{FF2B5EF4-FFF2-40B4-BE49-F238E27FC236}">
                  <a16:creationId xmlns:a16="http://schemas.microsoft.com/office/drawing/2014/main" id="{3D9CB684-63B8-87EF-1D72-70CBE0B1AEA8}"/>
                </a:ext>
              </a:extLst>
            </p:cNvPr>
            <p:cNvSpPr/>
            <p:nvPr/>
          </p:nvSpPr>
          <p:spPr>
            <a:xfrm>
              <a:off x="5783385" y="4784918"/>
              <a:ext cx="5261389" cy="3640879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1" name="AutoShape 61">
              <a:extLst>
                <a:ext uri="{FF2B5EF4-FFF2-40B4-BE49-F238E27FC236}">
                  <a16:creationId xmlns:a16="http://schemas.microsoft.com/office/drawing/2014/main" id="{9E382B81-38BD-FB3D-939E-04969C90D28E}"/>
                </a:ext>
              </a:extLst>
            </p:cNvPr>
            <p:cNvSpPr/>
            <p:nvPr/>
          </p:nvSpPr>
          <p:spPr>
            <a:xfrm flipV="1">
              <a:off x="5677957" y="3393058"/>
              <a:ext cx="5474449" cy="481532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2" name="AutoShape 61">
              <a:extLst>
                <a:ext uri="{FF2B5EF4-FFF2-40B4-BE49-F238E27FC236}">
                  <a16:creationId xmlns:a16="http://schemas.microsoft.com/office/drawing/2014/main" id="{5C79F649-35C0-DEEB-D0DB-6072923FBD43}"/>
                </a:ext>
              </a:extLst>
            </p:cNvPr>
            <p:cNvSpPr/>
            <p:nvPr/>
          </p:nvSpPr>
          <p:spPr>
            <a:xfrm flipV="1">
              <a:off x="5841981" y="4685139"/>
              <a:ext cx="5250519" cy="3608193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3" name="AutoShape 61">
              <a:extLst>
                <a:ext uri="{FF2B5EF4-FFF2-40B4-BE49-F238E27FC236}">
                  <a16:creationId xmlns:a16="http://schemas.microsoft.com/office/drawing/2014/main" id="{3B4F773F-9A69-2E80-A554-DD7B3D106EDB}"/>
                </a:ext>
              </a:extLst>
            </p:cNvPr>
            <p:cNvSpPr/>
            <p:nvPr/>
          </p:nvSpPr>
          <p:spPr>
            <a:xfrm flipV="1">
              <a:off x="5901888" y="8568663"/>
              <a:ext cx="5075598" cy="2081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6599D22-DF9E-4DC5-D343-2361FD2C9634}"/>
                </a:ext>
              </a:extLst>
            </p:cNvPr>
            <p:cNvSpPr txBox="1"/>
            <p:nvPr/>
          </p:nvSpPr>
          <p:spPr>
            <a:xfrm>
              <a:off x="6741721" y="2368162"/>
              <a:ext cx="9144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α</a:t>
              </a:r>
              <a:r>
                <a:rPr lang="en-US" sz="2800" b="1" baseline="-25000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80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</a:t>
              </a:r>
              <a:r>
                <a:rPr lang="en-US" sz="28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= </a:t>
              </a:r>
              <a:r>
                <a:rPr lang="en-US" sz="32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Dropout</a:t>
              </a:r>
              <a:r>
                <a:rPr lang="en-US" sz="28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(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Z</a:t>
              </a:r>
              <a:r>
                <a:rPr lang="en-US" sz="2799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</a:t>
              </a: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′</a:t>
              </a:r>
              <a:r>
                <a:rPr lang="en-US" sz="280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)</a:t>
              </a:r>
              <a:endParaRPr lang="en-IN" sz="280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AE38F0E-7B08-5E39-8777-3EF58FC4E4C3}"/>
              </a:ext>
            </a:extLst>
          </p:cNvPr>
          <p:cNvGrpSpPr/>
          <p:nvPr/>
        </p:nvGrpSpPr>
        <p:grpSpPr>
          <a:xfrm>
            <a:off x="11779102" y="2508076"/>
            <a:ext cx="6022358" cy="6250096"/>
            <a:chOff x="11779102" y="2508076"/>
            <a:chExt cx="6022358" cy="6250096"/>
          </a:xfrm>
        </p:grpSpPr>
        <p:sp>
          <p:nvSpPr>
            <p:cNvPr id="107" name="AutoShape 61">
              <a:extLst>
                <a:ext uri="{FF2B5EF4-FFF2-40B4-BE49-F238E27FC236}">
                  <a16:creationId xmlns:a16="http://schemas.microsoft.com/office/drawing/2014/main" id="{2F59F41A-443F-5164-D7D7-C70EB273789B}"/>
                </a:ext>
              </a:extLst>
            </p:cNvPr>
            <p:cNvSpPr/>
            <p:nvPr/>
          </p:nvSpPr>
          <p:spPr>
            <a:xfrm>
              <a:off x="11779102" y="3019258"/>
              <a:ext cx="337817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08" name="TextBox 67">
              <a:extLst>
                <a:ext uri="{FF2B5EF4-FFF2-40B4-BE49-F238E27FC236}">
                  <a16:creationId xmlns:a16="http://schemas.microsoft.com/office/drawing/2014/main" id="{135E7CC7-D130-91CA-5F21-1C5A64975970}"/>
                </a:ext>
              </a:extLst>
            </p:cNvPr>
            <p:cNvSpPr txBox="1"/>
            <p:nvPr/>
          </p:nvSpPr>
          <p:spPr>
            <a:xfrm>
              <a:off x="15157277" y="4128150"/>
              <a:ext cx="2551428" cy="476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P(Category 2)</a:t>
              </a:r>
            </a:p>
          </p:txBody>
        </p:sp>
        <p:sp>
          <p:nvSpPr>
            <p:cNvPr id="109" name="AutoShape 61">
              <a:extLst>
                <a:ext uri="{FF2B5EF4-FFF2-40B4-BE49-F238E27FC236}">
                  <a16:creationId xmlns:a16="http://schemas.microsoft.com/office/drawing/2014/main" id="{45DBFD6E-7CAF-98EB-2368-E4C27BE6D7D0}"/>
                </a:ext>
              </a:extLst>
            </p:cNvPr>
            <p:cNvSpPr/>
            <p:nvPr/>
          </p:nvSpPr>
          <p:spPr>
            <a:xfrm>
              <a:off x="11779103" y="4449998"/>
              <a:ext cx="337817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3" name="TextBox 67">
              <a:extLst>
                <a:ext uri="{FF2B5EF4-FFF2-40B4-BE49-F238E27FC236}">
                  <a16:creationId xmlns:a16="http://schemas.microsoft.com/office/drawing/2014/main" id="{E6E263C6-D8BD-6471-3F72-4E4202EE5F72}"/>
                </a:ext>
              </a:extLst>
            </p:cNvPr>
            <p:cNvSpPr txBox="1"/>
            <p:nvPr/>
          </p:nvSpPr>
          <p:spPr>
            <a:xfrm>
              <a:off x="15250032" y="8281503"/>
              <a:ext cx="2551428" cy="476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P(Category 9)</a:t>
              </a:r>
            </a:p>
          </p:txBody>
        </p:sp>
        <p:sp>
          <p:nvSpPr>
            <p:cNvPr id="114" name="TextBox 67">
              <a:extLst>
                <a:ext uri="{FF2B5EF4-FFF2-40B4-BE49-F238E27FC236}">
                  <a16:creationId xmlns:a16="http://schemas.microsoft.com/office/drawing/2014/main" id="{944FE4DC-19C9-3364-5BFE-46C26CDD807D}"/>
                </a:ext>
              </a:extLst>
            </p:cNvPr>
            <p:cNvSpPr txBox="1"/>
            <p:nvPr/>
          </p:nvSpPr>
          <p:spPr>
            <a:xfrm>
              <a:off x="15157278" y="2739736"/>
              <a:ext cx="2551428" cy="4766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P(Category 1)</a:t>
              </a:r>
            </a:p>
          </p:txBody>
        </p:sp>
        <p:sp>
          <p:nvSpPr>
            <p:cNvPr id="115" name="AutoShape 61">
              <a:extLst>
                <a:ext uri="{FF2B5EF4-FFF2-40B4-BE49-F238E27FC236}">
                  <a16:creationId xmlns:a16="http://schemas.microsoft.com/office/drawing/2014/main" id="{54299D94-A39D-8499-289F-D85B3C24DCBB}"/>
                </a:ext>
              </a:extLst>
            </p:cNvPr>
            <p:cNvSpPr/>
            <p:nvPr/>
          </p:nvSpPr>
          <p:spPr>
            <a:xfrm>
              <a:off x="11779102" y="8530056"/>
              <a:ext cx="3378175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116" name="TextBox 64">
              <a:extLst>
                <a:ext uri="{FF2B5EF4-FFF2-40B4-BE49-F238E27FC236}">
                  <a16:creationId xmlns:a16="http://schemas.microsoft.com/office/drawing/2014/main" id="{B18F1C5A-B0D8-3ED3-9B09-448131BE47B8}"/>
                </a:ext>
              </a:extLst>
            </p:cNvPr>
            <p:cNvSpPr txBox="1"/>
            <p:nvPr/>
          </p:nvSpPr>
          <p:spPr>
            <a:xfrm>
              <a:off x="12058579" y="2508076"/>
              <a:ext cx="2551428" cy="525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12"/>
                </a:lnSpc>
                <a:spcBef>
                  <a:spcPct val="0"/>
                </a:spcBef>
              </a:pPr>
              <a:r>
                <a:rPr lang="en-US" sz="3080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Softmax</a:t>
              </a:r>
              <a:r>
                <a:rPr lang="en-US" sz="308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(Y</a:t>
              </a:r>
              <a:r>
                <a:rPr lang="en-US" sz="308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  <a:r>
                <a:rPr lang="en-US" sz="308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)</a:t>
              </a:r>
            </a:p>
          </p:txBody>
        </p:sp>
        <p:sp>
          <p:nvSpPr>
            <p:cNvPr id="117" name="TextBox 64">
              <a:extLst>
                <a:ext uri="{FF2B5EF4-FFF2-40B4-BE49-F238E27FC236}">
                  <a16:creationId xmlns:a16="http://schemas.microsoft.com/office/drawing/2014/main" id="{0404DCB3-DCAF-76A9-67C8-BD365A8154CF}"/>
                </a:ext>
              </a:extLst>
            </p:cNvPr>
            <p:cNvSpPr txBox="1"/>
            <p:nvPr/>
          </p:nvSpPr>
          <p:spPr>
            <a:xfrm>
              <a:off x="12058579" y="3870420"/>
              <a:ext cx="2551428" cy="525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12"/>
                </a:lnSpc>
                <a:spcBef>
                  <a:spcPct val="0"/>
                </a:spcBef>
              </a:pPr>
              <a:r>
                <a:rPr lang="en-US" sz="3080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Softmax</a:t>
              </a:r>
              <a:r>
                <a:rPr lang="en-US" sz="308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(Y</a:t>
              </a:r>
              <a:r>
                <a:rPr lang="en-US" sz="308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  <a:r>
                <a:rPr lang="en-US" sz="308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)</a:t>
              </a:r>
            </a:p>
          </p:txBody>
        </p:sp>
        <p:sp>
          <p:nvSpPr>
            <p:cNvPr id="118" name="TextBox 64">
              <a:extLst>
                <a:ext uri="{FF2B5EF4-FFF2-40B4-BE49-F238E27FC236}">
                  <a16:creationId xmlns:a16="http://schemas.microsoft.com/office/drawing/2014/main" id="{B383BE63-AFC5-0640-1A42-57933ED25B31}"/>
                </a:ext>
              </a:extLst>
            </p:cNvPr>
            <p:cNvSpPr txBox="1"/>
            <p:nvPr/>
          </p:nvSpPr>
          <p:spPr>
            <a:xfrm>
              <a:off x="12071907" y="7918838"/>
              <a:ext cx="2551428" cy="5253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312"/>
                </a:lnSpc>
                <a:spcBef>
                  <a:spcPct val="0"/>
                </a:spcBef>
              </a:pPr>
              <a:r>
                <a:rPr lang="en-US" sz="3080" b="1" err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Softmax</a:t>
              </a:r>
              <a:r>
                <a:rPr lang="en-US" sz="308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(Y</a:t>
              </a:r>
              <a:r>
                <a:rPr lang="en-US" sz="3080" b="1" baseline="-2500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9</a:t>
              </a:r>
              <a:r>
                <a:rPr lang="en-US" sz="3080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)</a:t>
              </a:r>
            </a:p>
          </p:txBody>
        </p:sp>
        <p:sp>
          <p:nvSpPr>
            <p:cNvPr id="119" name="Freeform 47">
              <a:extLst>
                <a:ext uri="{FF2B5EF4-FFF2-40B4-BE49-F238E27FC236}">
                  <a16:creationId xmlns:a16="http://schemas.microsoft.com/office/drawing/2014/main" id="{8BE8EAD4-73E5-D2B4-7A71-B982DB673028}"/>
                </a:ext>
              </a:extLst>
            </p:cNvPr>
            <p:cNvSpPr/>
            <p:nvPr/>
          </p:nvSpPr>
          <p:spPr>
            <a:xfrm>
              <a:off x="16254049" y="5402436"/>
              <a:ext cx="179139" cy="179139"/>
            </a:xfrm>
            <a:custGeom>
              <a:avLst/>
              <a:gdLst/>
              <a:ahLst/>
              <a:cxnLst/>
              <a:rect l="l" t="t" r="r" b="b"/>
              <a:pathLst>
                <a:path w="238852" h="238852">
                  <a:moveTo>
                    <a:pt x="0" y="0"/>
                  </a:moveTo>
                  <a:lnTo>
                    <a:pt x="238852" y="0"/>
                  </a:lnTo>
                  <a:lnTo>
                    <a:pt x="238852" y="238851"/>
                  </a:lnTo>
                  <a:lnTo>
                    <a:pt x="0" y="238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0" name="Freeform 47">
              <a:extLst>
                <a:ext uri="{FF2B5EF4-FFF2-40B4-BE49-F238E27FC236}">
                  <a16:creationId xmlns:a16="http://schemas.microsoft.com/office/drawing/2014/main" id="{ABAF6F57-84BD-CFBF-1354-1F102F191819}"/>
                </a:ext>
              </a:extLst>
            </p:cNvPr>
            <p:cNvSpPr/>
            <p:nvPr/>
          </p:nvSpPr>
          <p:spPr>
            <a:xfrm>
              <a:off x="16254049" y="6470633"/>
              <a:ext cx="179139" cy="179139"/>
            </a:xfrm>
            <a:custGeom>
              <a:avLst/>
              <a:gdLst/>
              <a:ahLst/>
              <a:cxnLst/>
              <a:rect l="l" t="t" r="r" b="b"/>
              <a:pathLst>
                <a:path w="238852" h="238852">
                  <a:moveTo>
                    <a:pt x="0" y="0"/>
                  </a:moveTo>
                  <a:lnTo>
                    <a:pt x="238852" y="0"/>
                  </a:lnTo>
                  <a:lnTo>
                    <a:pt x="238852" y="238851"/>
                  </a:lnTo>
                  <a:lnTo>
                    <a:pt x="0" y="238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1" name="Freeform 47">
              <a:extLst>
                <a:ext uri="{FF2B5EF4-FFF2-40B4-BE49-F238E27FC236}">
                  <a16:creationId xmlns:a16="http://schemas.microsoft.com/office/drawing/2014/main" id="{54035453-9149-758E-E4B4-13481D842905}"/>
                </a:ext>
              </a:extLst>
            </p:cNvPr>
            <p:cNvSpPr/>
            <p:nvPr/>
          </p:nvSpPr>
          <p:spPr>
            <a:xfrm>
              <a:off x="16253852" y="7467076"/>
              <a:ext cx="179139" cy="179139"/>
            </a:xfrm>
            <a:custGeom>
              <a:avLst/>
              <a:gdLst/>
              <a:ahLst/>
              <a:cxnLst/>
              <a:rect l="l" t="t" r="r" b="b"/>
              <a:pathLst>
                <a:path w="238852" h="238852">
                  <a:moveTo>
                    <a:pt x="0" y="0"/>
                  </a:moveTo>
                  <a:lnTo>
                    <a:pt x="238852" y="0"/>
                  </a:lnTo>
                  <a:lnTo>
                    <a:pt x="238852" y="238851"/>
                  </a:lnTo>
                  <a:lnTo>
                    <a:pt x="0" y="238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341" y="167593"/>
            <a:ext cx="2276000" cy="1781150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" r="-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35083" y="163340"/>
            <a:ext cx="10093421" cy="2053675"/>
          </a:xfrm>
          <a:custGeom>
            <a:avLst/>
            <a:gdLst/>
            <a:ahLst/>
            <a:cxnLst/>
            <a:rect l="l" t="t" r="r" b="b"/>
            <a:pathLst>
              <a:path w="10234338" h="1724867">
                <a:moveTo>
                  <a:pt x="0" y="0"/>
                </a:moveTo>
                <a:lnTo>
                  <a:pt x="10234338" y="0"/>
                </a:lnTo>
                <a:lnTo>
                  <a:pt x="10234338" y="1724867"/>
                </a:lnTo>
                <a:lnTo>
                  <a:pt x="0" y="1724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26" b="-22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08956" y="361586"/>
            <a:ext cx="152527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</a:rPr>
              <a:t>Results</a:t>
            </a:r>
          </a:p>
        </p:txBody>
      </p:sp>
      <p:sp>
        <p:nvSpPr>
          <p:cNvPr id="7" name="Freeform 7"/>
          <p:cNvSpPr/>
          <p:nvPr/>
        </p:nvSpPr>
        <p:spPr>
          <a:xfrm>
            <a:off x="16853142" y="8617605"/>
            <a:ext cx="2874132" cy="2154427"/>
          </a:xfrm>
          <a:custGeom>
            <a:avLst/>
            <a:gdLst/>
            <a:ahLst/>
            <a:cxnLst/>
            <a:rect l="l" t="t" r="r" b="b"/>
            <a:pathLst>
              <a:path w="2874132" h="2154427">
                <a:moveTo>
                  <a:pt x="0" y="0"/>
                </a:moveTo>
                <a:lnTo>
                  <a:pt x="2874132" y="0"/>
                </a:lnTo>
                <a:lnTo>
                  <a:pt x="2874132" y="2154427"/>
                </a:lnTo>
                <a:lnTo>
                  <a:pt x="0" y="2154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37" b="-137"/>
            </a:stretch>
          </a:blipFill>
        </p:spPr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11A57C7-B3F5-2CAB-9226-B0B70AC46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429077"/>
              </p:ext>
            </p:extLst>
          </p:nvPr>
        </p:nvGraphicFramePr>
        <p:xfrm>
          <a:off x="1436472" y="2193324"/>
          <a:ext cx="15098427" cy="75423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32809">
                  <a:extLst>
                    <a:ext uri="{9D8B030D-6E8A-4147-A177-3AD203B41FA5}">
                      <a16:colId xmlns:a16="http://schemas.microsoft.com/office/drawing/2014/main" val="2615749532"/>
                    </a:ext>
                  </a:extLst>
                </a:gridCol>
                <a:gridCol w="5032809">
                  <a:extLst>
                    <a:ext uri="{9D8B030D-6E8A-4147-A177-3AD203B41FA5}">
                      <a16:colId xmlns:a16="http://schemas.microsoft.com/office/drawing/2014/main" val="3294662141"/>
                    </a:ext>
                  </a:extLst>
                </a:gridCol>
                <a:gridCol w="5032809">
                  <a:extLst>
                    <a:ext uri="{9D8B030D-6E8A-4147-A177-3AD203B41FA5}">
                      <a16:colId xmlns:a16="http://schemas.microsoft.com/office/drawing/2014/main" val="3866540125"/>
                    </a:ext>
                  </a:extLst>
                </a:gridCol>
              </a:tblGrid>
              <a:tr h="114159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Models</a:t>
                      </a:r>
                      <a:endParaRPr lang="en-US" sz="2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Input</a:t>
                      </a:r>
                      <a:endParaRPr lang="en-US" sz="2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Accuracy</a:t>
                      </a:r>
                      <a:endParaRPr lang="en-US" sz="2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221566"/>
                  </a:ext>
                </a:extLst>
              </a:tr>
              <a:tr h="11790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Random Forest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Image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 + Image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45 %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73.33 %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75 %</a:t>
                      </a:r>
                      <a:endParaRPr lang="en-US" sz="2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9670735"/>
                  </a:ext>
                </a:extLst>
              </a:tr>
              <a:tr h="11790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K-Nearest Neighbors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Image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 + Image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39 %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58 %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74 %</a:t>
                      </a:r>
                      <a:endParaRPr lang="en-US" sz="2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74571"/>
                  </a:ext>
                </a:extLst>
              </a:tr>
              <a:tr h="11790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Support Vector Machine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Image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 + Image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51 %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78 %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83 %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79825"/>
                  </a:ext>
                </a:extLst>
              </a:tr>
              <a:tr h="11790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Gaussian Naive Bayes 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Image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 + Image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27.67 %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65 %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76.33 %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098823"/>
                  </a:ext>
                </a:extLst>
              </a:tr>
              <a:tr h="117902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Neural Classifier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Image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Text + Image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56 %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>
                          <a:effectLst/>
                        </a:rPr>
                        <a:t>79 %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2600" b="1">
                          <a:effectLst/>
                        </a:rPr>
                        <a:t>85 %</a:t>
                      </a:r>
                      <a:endParaRPr lang="en-US" sz="26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7539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7EB2E-297B-7362-4E33-E3FA4F76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A5C21A-8039-01E9-E74D-CC789541858D}"/>
              </a:ext>
            </a:extLst>
          </p:cNvPr>
          <p:cNvSpPr/>
          <p:nvPr/>
        </p:nvSpPr>
        <p:spPr>
          <a:xfrm>
            <a:off x="15574385" y="300115"/>
            <a:ext cx="2276000" cy="1781150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" r="-9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5A31A48-FE86-8438-DBC1-B36967798830}"/>
              </a:ext>
            </a:extLst>
          </p:cNvPr>
          <p:cNvSpPr/>
          <p:nvPr/>
        </p:nvSpPr>
        <p:spPr>
          <a:xfrm>
            <a:off x="4035083" y="163340"/>
            <a:ext cx="10093421" cy="2053675"/>
          </a:xfrm>
          <a:custGeom>
            <a:avLst/>
            <a:gdLst/>
            <a:ahLst/>
            <a:cxnLst/>
            <a:rect l="l" t="t" r="r" b="b"/>
            <a:pathLst>
              <a:path w="10234338" h="1724867">
                <a:moveTo>
                  <a:pt x="0" y="0"/>
                </a:moveTo>
                <a:lnTo>
                  <a:pt x="10234338" y="0"/>
                </a:lnTo>
                <a:lnTo>
                  <a:pt x="10234338" y="1724867"/>
                </a:lnTo>
                <a:lnTo>
                  <a:pt x="0" y="1724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26" b="-226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4BD7EF1-AE5B-C22E-232E-826BD40612C9}"/>
              </a:ext>
            </a:extLst>
          </p:cNvPr>
          <p:cNvSpPr txBox="1"/>
          <p:nvPr/>
        </p:nvSpPr>
        <p:spPr>
          <a:xfrm>
            <a:off x="1208956" y="361586"/>
            <a:ext cx="152527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262626"/>
                </a:solidFill>
                <a:ea typeface="+mn-lt"/>
                <a:cs typeface="+mn-lt"/>
              </a:rPr>
              <a:t>Conclusion</a:t>
            </a:r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E778171-5C29-0B9B-6797-414BB7D64A64}"/>
              </a:ext>
            </a:extLst>
          </p:cNvPr>
          <p:cNvSpPr/>
          <p:nvPr/>
        </p:nvSpPr>
        <p:spPr>
          <a:xfrm>
            <a:off x="-414978" y="8949580"/>
            <a:ext cx="2874132" cy="2154427"/>
          </a:xfrm>
          <a:custGeom>
            <a:avLst/>
            <a:gdLst/>
            <a:ahLst/>
            <a:cxnLst/>
            <a:rect l="l" t="t" r="r" b="b"/>
            <a:pathLst>
              <a:path w="2874132" h="2154427">
                <a:moveTo>
                  <a:pt x="0" y="0"/>
                </a:moveTo>
                <a:lnTo>
                  <a:pt x="2874132" y="0"/>
                </a:lnTo>
                <a:lnTo>
                  <a:pt x="2874132" y="2154427"/>
                </a:lnTo>
                <a:lnTo>
                  <a:pt x="0" y="2154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37" b="-137"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A8EA7-B989-E5F7-3EEA-49F5D0B5BD62}"/>
              </a:ext>
            </a:extLst>
          </p:cNvPr>
          <p:cNvSpPr txBox="1"/>
          <p:nvPr/>
        </p:nvSpPr>
        <p:spPr>
          <a:xfrm>
            <a:off x="1482811" y="2224216"/>
            <a:ext cx="14735431" cy="72635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2800"/>
              <a:t>Implemented a Multimodal Post Attentive Profiling System combining textual and visual cues from influencer posts.</a:t>
            </a:r>
            <a:endParaRPr lang="en-US" sz="2800">
              <a:ea typeface="Calibri"/>
              <a:cs typeface="Calibri"/>
            </a:endParaRPr>
          </a:p>
          <a:p>
            <a:endParaRPr lang="en-US" sz="2800">
              <a:latin typeface="YAGzXW3gftg_0"/>
              <a:ea typeface="YAGzXW3gftg_0"/>
              <a:cs typeface="YAGzXW3gftg_0"/>
            </a:endParaRPr>
          </a:p>
          <a:p>
            <a:pPr>
              <a:buFont typeface=""/>
              <a:buChar char="•"/>
            </a:pPr>
            <a:r>
              <a:rPr lang="en-US" sz="2800"/>
              <a:t>Used BERT for textual understanding and Inception-v3 for visual feature extraction.</a:t>
            </a:r>
            <a:endParaRPr lang="en-US" sz="2800">
              <a:ea typeface="Calibri"/>
              <a:cs typeface="Calibri"/>
            </a:endParaRPr>
          </a:p>
          <a:p>
            <a:endParaRPr lang="en-US" sz="2800">
              <a:latin typeface="YAGzXW3gftg_0"/>
              <a:ea typeface="YAGzXW3gftg_0"/>
              <a:cs typeface="YAGzXW3gftg_0"/>
            </a:endParaRPr>
          </a:p>
          <a:p>
            <a:pPr>
              <a:buFont typeface=""/>
              <a:buChar char="•"/>
            </a:pPr>
            <a:r>
              <a:rPr lang="en-US" sz="2800"/>
              <a:t>Features are fused through a Post-Attention Layer that emphasizes the most relevant posts per influencer.</a:t>
            </a:r>
            <a:endParaRPr lang="en-US" sz="2800">
              <a:ea typeface="Calibri"/>
              <a:cs typeface="Calibri"/>
            </a:endParaRPr>
          </a:p>
          <a:p>
            <a:endParaRPr lang="en-US" sz="2800">
              <a:latin typeface="YAGzXW3gftg_0"/>
              <a:ea typeface="YAGzXW3gftg_0"/>
              <a:cs typeface="YAGzXW3gftg_0"/>
            </a:endParaRPr>
          </a:p>
          <a:p>
            <a:pPr>
              <a:buFont typeface=""/>
              <a:buChar char="•"/>
            </a:pPr>
            <a:r>
              <a:rPr lang="en-US" sz="2800"/>
              <a:t>Achieved outstanding performance: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>
                <a:latin typeface="YAGzXW3gftg_0"/>
                <a:ea typeface="YAGzXW3gftg_0"/>
                <a:cs typeface="YAGzXW3gftg_0"/>
              </a:rPr>
              <a:t>85 % accuracy in Influencer Classification</a:t>
            </a:r>
          </a:p>
          <a:p>
            <a:endParaRPr lang="en-US" sz="2800">
              <a:latin typeface="YAGzXW3gftg_0"/>
              <a:ea typeface="YAGzXW3gftg_0"/>
              <a:cs typeface="YAGzXW3gftg_0"/>
            </a:endParaRPr>
          </a:p>
          <a:p>
            <a:pPr>
              <a:buFont typeface=""/>
              <a:buChar char="•"/>
            </a:pPr>
            <a:r>
              <a:rPr lang="en-US" sz="2800"/>
              <a:t>Outperformed traditional baseline models: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>
                <a:latin typeface="YAGzXW3gftg_0"/>
                <a:ea typeface="YAGzXW3gftg_0"/>
                <a:cs typeface="YAGzXW3gftg_0"/>
              </a:rPr>
              <a:t>Random Forest, SVC, KNN, </a:t>
            </a:r>
            <a:r>
              <a:rPr lang="en-US" sz="2800" err="1">
                <a:latin typeface="YAGzXW3gftg_0"/>
                <a:ea typeface="YAGzXW3gftg_0"/>
                <a:cs typeface="YAGzXW3gftg_0"/>
              </a:rPr>
              <a:t>GaussianNB</a:t>
            </a:r>
            <a:r>
              <a:rPr lang="en-US" sz="2800">
                <a:latin typeface="YAGzXW3gftg_0"/>
                <a:ea typeface="YAGzXW3gftg_0"/>
                <a:cs typeface="YAGzXW3gftg_0"/>
              </a:rPr>
              <a:t>.</a:t>
            </a:r>
          </a:p>
          <a:p>
            <a:endParaRPr lang="en-US" sz="2800">
              <a:latin typeface="YAGzXW3gftg_0"/>
              <a:ea typeface="YAGzXW3gftg_0"/>
              <a:cs typeface="YAGzXW3gftg_0"/>
            </a:endParaRPr>
          </a:p>
          <a:p>
            <a:pPr>
              <a:buFont typeface=""/>
              <a:buChar char="•"/>
            </a:pPr>
            <a:r>
              <a:rPr lang="en-US" sz="2800"/>
              <a:t>Attention mechanism improved model interpretability by assigning higher weights to posts most representative of influencer interests.</a:t>
            </a:r>
            <a:endParaRPr lang="en-US" sz="280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87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7931F-30D7-4D62-DFB3-B502C6E15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6731FF-E5BC-5296-1377-B85740581812}"/>
              </a:ext>
            </a:extLst>
          </p:cNvPr>
          <p:cNvSpPr/>
          <p:nvPr/>
        </p:nvSpPr>
        <p:spPr>
          <a:xfrm>
            <a:off x="350950" y="366376"/>
            <a:ext cx="2276000" cy="1781150"/>
          </a:xfrm>
          <a:custGeom>
            <a:avLst/>
            <a:gdLst/>
            <a:ahLst/>
            <a:cxnLst/>
            <a:rect l="l" t="t" r="r" b="b"/>
            <a:pathLst>
              <a:path w="2276000" h="1781150">
                <a:moveTo>
                  <a:pt x="0" y="0"/>
                </a:moveTo>
                <a:lnTo>
                  <a:pt x="2276000" y="0"/>
                </a:lnTo>
                <a:lnTo>
                  <a:pt x="2276000" y="1781150"/>
                </a:lnTo>
                <a:lnTo>
                  <a:pt x="0" y="17811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9" r="-9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7ADD6D6-5207-B8CE-B00B-6B24E18593CD}"/>
              </a:ext>
            </a:extLst>
          </p:cNvPr>
          <p:cNvSpPr/>
          <p:nvPr/>
        </p:nvSpPr>
        <p:spPr>
          <a:xfrm>
            <a:off x="3803394" y="1120989"/>
            <a:ext cx="10093421" cy="2053675"/>
          </a:xfrm>
          <a:custGeom>
            <a:avLst/>
            <a:gdLst/>
            <a:ahLst/>
            <a:cxnLst/>
            <a:rect l="l" t="t" r="r" b="b"/>
            <a:pathLst>
              <a:path w="10234338" h="1724867">
                <a:moveTo>
                  <a:pt x="0" y="0"/>
                </a:moveTo>
                <a:lnTo>
                  <a:pt x="10234338" y="0"/>
                </a:lnTo>
                <a:lnTo>
                  <a:pt x="10234338" y="1724867"/>
                </a:lnTo>
                <a:lnTo>
                  <a:pt x="0" y="1724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226" b="-226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7A57D12-0E0B-7179-2039-1017585A1BD3}"/>
              </a:ext>
            </a:extLst>
          </p:cNvPr>
          <p:cNvSpPr txBox="1"/>
          <p:nvPr/>
        </p:nvSpPr>
        <p:spPr>
          <a:xfrm>
            <a:off x="1023605" y="1257451"/>
            <a:ext cx="152527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7000" b="1">
                <a:solidFill>
                  <a:srgbClr val="262626"/>
                </a:solidFill>
                <a:ea typeface="+mn-lt"/>
                <a:cs typeface="+mn-lt"/>
              </a:rPr>
              <a:t>Conclusion</a:t>
            </a:r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454E5D1-CE83-44EE-8A43-AF9A51C2A4A5}"/>
              </a:ext>
            </a:extLst>
          </p:cNvPr>
          <p:cNvSpPr/>
          <p:nvPr/>
        </p:nvSpPr>
        <p:spPr>
          <a:xfrm>
            <a:off x="-414978" y="8949580"/>
            <a:ext cx="2874132" cy="2154427"/>
          </a:xfrm>
          <a:custGeom>
            <a:avLst/>
            <a:gdLst/>
            <a:ahLst/>
            <a:cxnLst/>
            <a:rect l="l" t="t" r="r" b="b"/>
            <a:pathLst>
              <a:path w="2874132" h="2154427">
                <a:moveTo>
                  <a:pt x="0" y="0"/>
                </a:moveTo>
                <a:lnTo>
                  <a:pt x="2874132" y="0"/>
                </a:lnTo>
                <a:lnTo>
                  <a:pt x="2874132" y="2154427"/>
                </a:lnTo>
                <a:lnTo>
                  <a:pt x="0" y="2154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37" b="-137"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76D8AB-AACB-E923-A1A2-A0BD5FF31361}"/>
              </a:ext>
            </a:extLst>
          </p:cNvPr>
          <p:cNvSpPr txBox="1"/>
          <p:nvPr/>
        </p:nvSpPr>
        <p:spPr>
          <a:xfrm>
            <a:off x="1544595" y="3181865"/>
            <a:ext cx="14735431" cy="87716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/>
              <a:t>Model</a:t>
            </a:r>
            <a:r>
              <a:rPr lang="en-US" sz="4400">
                <a:ea typeface="+mn-lt"/>
                <a:cs typeface="+mn-lt"/>
              </a:rPr>
              <a:t> Implications and Real-World Value</a:t>
            </a:r>
          </a:p>
          <a:p>
            <a:br>
              <a:rPr lang="en-US" sz="2800">
                <a:ea typeface="+mn-lt"/>
                <a:cs typeface="+mn-lt"/>
              </a:rPr>
            </a:br>
            <a:r>
              <a:rPr lang="en-US" sz="3600">
                <a:ea typeface="+mn-lt"/>
                <a:cs typeface="+mn-lt"/>
              </a:rPr>
              <a:t>The project demonstrates how AI-driven influencer profiling can assist brands and marketers in:</a:t>
            </a:r>
            <a:endParaRPr lang="en-US" sz="3600">
              <a:ea typeface="Calibri"/>
              <a:cs typeface="Calibri"/>
            </a:endParaRPr>
          </a:p>
          <a:p>
            <a:endParaRPr lang="en-US" sz="3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Identifying the most relevant influencers for targeted campaigns.</a:t>
            </a:r>
            <a:endParaRPr lang="en-US" sz="3600">
              <a:ea typeface="Calibri"/>
              <a:cs typeface="Calibri"/>
            </a:endParaRPr>
          </a:p>
          <a:p>
            <a:endParaRPr lang="en-US" sz="3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Understanding influencer content strategies and follower engagement patterns.</a:t>
            </a:r>
            <a:endParaRPr lang="en-US" sz="3600">
              <a:ea typeface="Calibri"/>
              <a:cs typeface="Calibri"/>
            </a:endParaRPr>
          </a:p>
          <a:p>
            <a:endParaRPr lang="en-US" sz="3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3600">
                <a:ea typeface="+mn-lt"/>
                <a:cs typeface="+mn-lt"/>
              </a:rPr>
              <a:t>Automating influencer categorization, reducing manual tagging efforts.</a:t>
            </a:r>
            <a:endParaRPr lang="en-US" sz="3600">
              <a:ea typeface="Calibri"/>
              <a:cs typeface="Calibri"/>
            </a:endParaRPr>
          </a:p>
          <a:p>
            <a:br>
              <a:rPr lang="en-US" sz="2800">
                <a:ea typeface="+mn-lt"/>
                <a:cs typeface="+mn-lt"/>
              </a:rPr>
            </a:br>
            <a:br>
              <a:rPr lang="en-US" sz="2800">
                <a:ea typeface="+mn-lt"/>
                <a:cs typeface="+mn-lt"/>
              </a:rPr>
            </a:br>
            <a:br>
              <a:rPr lang="en-US" sz="2800">
                <a:ea typeface="+mn-lt"/>
                <a:cs typeface="+mn-lt"/>
              </a:rPr>
            </a:br>
            <a:br>
              <a:rPr lang="en-US" sz="2800">
                <a:ea typeface="+mn-lt"/>
                <a:cs typeface="+mn-lt"/>
              </a:rPr>
            </a:br>
            <a:br>
              <a:rPr lang="en-US" sz="2800">
                <a:ea typeface="+mn-lt"/>
                <a:cs typeface="+mn-lt"/>
              </a:rPr>
            </a:br>
            <a:endParaRPr lang="en-US" sz="28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5755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2311757" y="8795364"/>
            <a:ext cx="11490008" cy="11490008"/>
            <a:chOff x="0" y="0"/>
            <a:chExt cx="15320011" cy="153200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320011" cy="15320011"/>
            </a:xfrm>
            <a:custGeom>
              <a:avLst/>
              <a:gdLst/>
              <a:ahLst/>
              <a:cxnLst/>
              <a:rect l="l" t="t" r="r" b="b"/>
              <a:pathLst>
                <a:path w="15320011" h="15320011">
                  <a:moveTo>
                    <a:pt x="0" y="7660005"/>
                  </a:moveTo>
                  <a:cubicBezTo>
                    <a:pt x="0" y="3429508"/>
                    <a:pt x="3429508" y="0"/>
                    <a:pt x="7660005" y="0"/>
                  </a:cubicBezTo>
                  <a:cubicBezTo>
                    <a:pt x="11890503" y="0"/>
                    <a:pt x="15320011" y="3429508"/>
                    <a:pt x="15320011" y="7660005"/>
                  </a:cubicBezTo>
                  <a:cubicBezTo>
                    <a:pt x="15320011" y="11890503"/>
                    <a:pt x="11890502" y="15320011"/>
                    <a:pt x="7660005" y="15320011"/>
                  </a:cubicBezTo>
                  <a:cubicBezTo>
                    <a:pt x="3429508" y="15320011"/>
                    <a:pt x="0" y="11890502"/>
                    <a:pt x="0" y="7660005"/>
                  </a:cubicBezTo>
                  <a:close/>
                </a:path>
              </a:pathLst>
            </a:custGeom>
            <a:solidFill>
              <a:srgbClr val="FFFBEE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85834" y="8508906"/>
            <a:ext cx="2141944" cy="1605627"/>
          </a:xfrm>
          <a:custGeom>
            <a:avLst/>
            <a:gdLst/>
            <a:ahLst/>
            <a:cxnLst/>
            <a:rect l="l" t="t" r="r" b="b"/>
            <a:pathLst>
              <a:path w="2141944" h="1605627">
                <a:moveTo>
                  <a:pt x="0" y="0"/>
                </a:moveTo>
                <a:lnTo>
                  <a:pt x="2141944" y="0"/>
                </a:lnTo>
                <a:lnTo>
                  <a:pt x="2141944" y="1605627"/>
                </a:lnTo>
                <a:lnTo>
                  <a:pt x="0" y="16056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99" b="-9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5879" y="1274994"/>
            <a:ext cx="247934" cy="519408"/>
          </a:xfrm>
          <a:custGeom>
            <a:avLst/>
            <a:gdLst/>
            <a:ahLst/>
            <a:cxnLst/>
            <a:rect l="l" t="t" r="r" b="b"/>
            <a:pathLst>
              <a:path w="247934" h="519408">
                <a:moveTo>
                  <a:pt x="0" y="0"/>
                </a:moveTo>
                <a:lnTo>
                  <a:pt x="247934" y="0"/>
                </a:lnTo>
                <a:lnTo>
                  <a:pt x="247934" y="519408"/>
                </a:lnTo>
                <a:lnTo>
                  <a:pt x="0" y="519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1" r="-1421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7021716" y="8583349"/>
            <a:ext cx="334950" cy="708200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751829" y="875727"/>
            <a:ext cx="329224" cy="538295"/>
          </a:xfrm>
          <a:custGeom>
            <a:avLst/>
            <a:gdLst/>
            <a:ahLst/>
            <a:cxnLst/>
            <a:rect l="l" t="t" r="r" b="b"/>
            <a:pathLst>
              <a:path w="334950" h="708200">
                <a:moveTo>
                  <a:pt x="0" y="0"/>
                </a:moveTo>
                <a:lnTo>
                  <a:pt x="334950" y="0"/>
                </a:lnTo>
                <a:lnTo>
                  <a:pt x="334950" y="708200"/>
                </a:lnTo>
                <a:lnTo>
                  <a:pt x="0" y="7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44" r="-744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574383" y="749129"/>
            <a:ext cx="1229616" cy="1070776"/>
          </a:xfrm>
          <a:custGeom>
            <a:avLst/>
            <a:gdLst/>
            <a:ahLst/>
            <a:cxnLst/>
            <a:rect l="l" t="t" r="r" b="b"/>
            <a:pathLst>
              <a:path w="1229616" h="1070776">
                <a:moveTo>
                  <a:pt x="0" y="0"/>
                </a:moveTo>
                <a:lnTo>
                  <a:pt x="1229616" y="0"/>
                </a:lnTo>
                <a:lnTo>
                  <a:pt x="1229616" y="1070776"/>
                </a:lnTo>
                <a:lnTo>
                  <a:pt x="0" y="10707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91" r="-91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767970" y="8312327"/>
            <a:ext cx="441800" cy="564450"/>
          </a:xfrm>
          <a:custGeom>
            <a:avLst/>
            <a:gdLst/>
            <a:ahLst/>
            <a:cxnLst/>
            <a:rect l="l" t="t" r="r" b="b"/>
            <a:pathLst>
              <a:path w="441800" h="564450">
                <a:moveTo>
                  <a:pt x="0" y="0"/>
                </a:moveTo>
                <a:lnTo>
                  <a:pt x="441800" y="0"/>
                </a:lnTo>
                <a:lnTo>
                  <a:pt x="441800" y="564450"/>
                </a:lnTo>
                <a:lnTo>
                  <a:pt x="0" y="564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9" r="-39"/>
            </a:stretch>
          </a:blipFill>
        </p:spPr>
      </p:sp>
      <p:sp>
        <p:nvSpPr>
          <p:cNvPr id="18" name="Freeform 18"/>
          <p:cNvSpPr/>
          <p:nvPr/>
        </p:nvSpPr>
        <p:spPr>
          <a:xfrm rot="1260000">
            <a:off x="17276232" y="9128790"/>
            <a:ext cx="889040" cy="862160"/>
          </a:xfrm>
          <a:custGeom>
            <a:avLst/>
            <a:gdLst/>
            <a:ahLst/>
            <a:cxnLst/>
            <a:rect l="l" t="t" r="r" b="b"/>
            <a:pathLst>
              <a:path w="1151621" h="1387323">
                <a:moveTo>
                  <a:pt x="0" y="0"/>
                </a:moveTo>
                <a:lnTo>
                  <a:pt x="1151621" y="0"/>
                </a:lnTo>
                <a:lnTo>
                  <a:pt x="1151621" y="1387323"/>
                </a:lnTo>
                <a:lnTo>
                  <a:pt x="0" y="1387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80" b="-80"/>
            </a:stretch>
          </a:blipFill>
        </p:spPr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DA9BC1-C4DB-1408-32A0-2957032DF12E}"/>
              </a:ext>
            </a:extLst>
          </p:cNvPr>
          <p:cNvGrpSpPr/>
          <p:nvPr/>
        </p:nvGrpSpPr>
        <p:grpSpPr>
          <a:xfrm>
            <a:off x="730669" y="1402165"/>
            <a:ext cx="6550394" cy="6306839"/>
            <a:chOff x="730669" y="1402165"/>
            <a:chExt cx="6550394" cy="6306839"/>
          </a:xfrm>
        </p:grpSpPr>
        <p:grpSp>
          <p:nvGrpSpPr>
            <p:cNvPr id="2" name="Group 2"/>
            <p:cNvGrpSpPr/>
            <p:nvPr/>
          </p:nvGrpSpPr>
          <p:grpSpPr>
            <a:xfrm>
              <a:off x="730669" y="1402165"/>
              <a:ext cx="6550394" cy="6306839"/>
              <a:chOff x="0" y="0"/>
              <a:chExt cx="10703179" cy="1070317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10703179" cy="10703179"/>
              </a:xfrm>
              <a:custGeom>
                <a:avLst/>
                <a:gdLst/>
                <a:ahLst/>
                <a:cxnLst/>
                <a:rect l="l" t="t" r="r" b="b"/>
                <a:pathLst>
                  <a:path w="10703179" h="10703179">
                    <a:moveTo>
                      <a:pt x="0" y="5351653"/>
                    </a:moveTo>
                    <a:cubicBezTo>
                      <a:pt x="0" y="2395982"/>
                      <a:pt x="2395982" y="0"/>
                      <a:pt x="5351653" y="0"/>
                    </a:cubicBezTo>
                    <a:cubicBezTo>
                      <a:pt x="8307325" y="0"/>
                      <a:pt x="10703179" y="2395982"/>
                      <a:pt x="10703179" y="5351653"/>
                    </a:cubicBezTo>
                    <a:cubicBezTo>
                      <a:pt x="10703179" y="8307325"/>
                      <a:pt x="8307197" y="10703179"/>
                      <a:pt x="5351653" y="10703179"/>
                    </a:cubicBezTo>
                    <a:cubicBezTo>
                      <a:pt x="2396110" y="10703179"/>
                      <a:pt x="0" y="8307197"/>
                      <a:pt x="0" y="5351653"/>
                    </a:cubicBezTo>
                    <a:close/>
                  </a:path>
                </a:pathLst>
              </a:custGeom>
              <a:solidFill>
                <a:srgbClr val="FFFBEE"/>
              </a:solidFill>
            </p:spPr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FF5FFD5-6743-447E-1BAA-F22E1DAFAF60}"/>
                </a:ext>
              </a:extLst>
            </p:cNvPr>
            <p:cNvSpPr txBox="1"/>
            <p:nvPr/>
          </p:nvSpPr>
          <p:spPr>
            <a:xfrm>
              <a:off x="2315772" y="1826652"/>
              <a:ext cx="3367218" cy="121577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5400" b="1"/>
                <a:t>Limitations</a:t>
              </a:r>
              <a:endParaRPr lang="en-US" sz="5400">
                <a:ea typeface="Calibri"/>
                <a:cs typeface="Calibri"/>
              </a:endParaRPr>
            </a:p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2E7EE7-B6E7-BB81-0565-D686BEAB871F}"/>
                </a:ext>
              </a:extLst>
            </p:cNvPr>
            <p:cNvSpPr txBox="1"/>
            <p:nvPr/>
          </p:nvSpPr>
          <p:spPr>
            <a:xfrm>
              <a:off x="1308876" y="3247230"/>
              <a:ext cx="5400262" cy="29546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buFont typeface=""/>
                <a:buChar char="•"/>
              </a:pPr>
              <a:r>
                <a:rPr lang="en-US" sz="2400"/>
                <a:t>Limited to influencers with ≥20 posts and &gt;50K followers.</a:t>
              </a:r>
              <a:endParaRPr lang="en-US" sz="2400">
                <a:ea typeface="Calibri"/>
                <a:cs typeface="Calibri"/>
              </a:endParaRPr>
            </a:p>
            <a:p>
              <a:endParaRPr lang="en-US" sz="2400">
                <a:latin typeface="YAGzXW3gftg_0"/>
                <a:ea typeface="YAGzXW3gftg_0"/>
                <a:cs typeface="YAGzXW3gftg_0"/>
              </a:endParaRPr>
            </a:p>
            <a:p>
              <a:pPr>
                <a:buFont typeface=""/>
                <a:buChar char="•"/>
              </a:pPr>
              <a:r>
                <a:rPr lang="en-US" sz="2400"/>
                <a:t>Resource-Intensive Training</a:t>
              </a:r>
              <a:endParaRPr lang="en-US" sz="2400">
                <a:ea typeface="Calibri"/>
                <a:cs typeface="Calibri"/>
              </a:endParaRPr>
            </a:p>
            <a:p>
              <a:endParaRPr lang="en-US" sz="2400">
                <a:latin typeface="YAGzXW3gftg_0"/>
                <a:ea typeface="YAGzXW3gftg_0"/>
                <a:cs typeface="YAGzXW3gftg_0"/>
              </a:endParaRPr>
            </a:p>
            <a:p>
              <a:pPr>
                <a:buFont typeface=""/>
                <a:buChar char="•"/>
              </a:pPr>
              <a:r>
                <a:rPr lang="en-US" sz="2400"/>
                <a:t>Partial Caption Embedding</a:t>
              </a:r>
              <a:endParaRPr lang="en-US" sz="2400">
                <a:ea typeface="Calibri"/>
                <a:cs typeface="Calibri"/>
              </a:endParaRPr>
            </a:p>
            <a:p>
              <a:endParaRPr lang="en-US" sz="2400">
                <a:latin typeface="YAGzXW3gftg_0"/>
                <a:ea typeface="YAGzXW3gftg_0"/>
                <a:cs typeface="YAGzXW3gftg_0"/>
              </a:endParaRPr>
            </a:p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8071A8-5A9E-0900-02A9-FE3C53481701}"/>
              </a:ext>
            </a:extLst>
          </p:cNvPr>
          <p:cNvGrpSpPr/>
          <p:nvPr/>
        </p:nvGrpSpPr>
        <p:grpSpPr>
          <a:xfrm>
            <a:off x="8551251" y="1268085"/>
            <a:ext cx="9216719" cy="8475317"/>
            <a:chOff x="8551251" y="1268085"/>
            <a:chExt cx="9216719" cy="8475317"/>
          </a:xfrm>
        </p:grpSpPr>
        <p:grpSp>
          <p:nvGrpSpPr>
            <p:cNvPr id="6" name="Group 6"/>
            <p:cNvGrpSpPr/>
            <p:nvPr/>
          </p:nvGrpSpPr>
          <p:grpSpPr>
            <a:xfrm>
              <a:off x="8551251" y="1268085"/>
              <a:ext cx="9216719" cy="8475317"/>
              <a:chOff x="0" y="0"/>
              <a:chExt cx="10703179" cy="107031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0703179" cy="10703179"/>
              </a:xfrm>
              <a:custGeom>
                <a:avLst/>
                <a:gdLst/>
                <a:ahLst/>
                <a:cxnLst/>
                <a:rect l="l" t="t" r="r" b="b"/>
                <a:pathLst>
                  <a:path w="10703179" h="10703179">
                    <a:moveTo>
                      <a:pt x="0" y="5351653"/>
                    </a:moveTo>
                    <a:cubicBezTo>
                      <a:pt x="0" y="2395982"/>
                      <a:pt x="2395982" y="0"/>
                      <a:pt x="5351653" y="0"/>
                    </a:cubicBezTo>
                    <a:cubicBezTo>
                      <a:pt x="8307325" y="0"/>
                      <a:pt x="10703179" y="2395982"/>
                      <a:pt x="10703179" y="5351653"/>
                    </a:cubicBezTo>
                    <a:cubicBezTo>
                      <a:pt x="10703179" y="8307325"/>
                      <a:pt x="8307197" y="10703179"/>
                      <a:pt x="5351653" y="10703179"/>
                    </a:cubicBezTo>
                    <a:cubicBezTo>
                      <a:pt x="2396110" y="10703179"/>
                      <a:pt x="0" y="8307197"/>
                      <a:pt x="0" y="5351653"/>
                    </a:cubicBezTo>
                    <a:close/>
                  </a:path>
                </a:pathLst>
              </a:custGeom>
              <a:solidFill>
                <a:srgbClr val="FFFBEE"/>
              </a:solidFill>
            </p:spPr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D13C431-CCAB-6362-679E-80A54B54A588}"/>
                </a:ext>
              </a:extLst>
            </p:cNvPr>
            <p:cNvSpPr txBox="1"/>
            <p:nvPr/>
          </p:nvSpPr>
          <p:spPr>
            <a:xfrm>
              <a:off x="11491560" y="1650030"/>
              <a:ext cx="4602892" cy="12003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5400" b="1"/>
                <a:t>Future Scope</a:t>
              </a:r>
              <a:endParaRPr lang="en-US" sz="5400">
                <a:ea typeface="Calibri"/>
                <a:cs typeface="Calibri"/>
              </a:endParaRPr>
            </a:p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5B39BAC-B732-8C30-89E3-5132C19AF39D}"/>
                </a:ext>
              </a:extLst>
            </p:cNvPr>
            <p:cNvSpPr txBox="1"/>
            <p:nvPr/>
          </p:nvSpPr>
          <p:spPr>
            <a:xfrm>
              <a:off x="9637374" y="2820789"/>
              <a:ext cx="7260491" cy="596851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buFont typeface=""/>
                <a:buChar char="•"/>
              </a:pPr>
              <a:r>
                <a:rPr lang="en-US" sz="2400"/>
                <a:t>Multimodal fusion using unified transformer models like CLIP or ViLT.</a:t>
              </a:r>
              <a:endParaRPr lang="en-US" sz="2400">
                <a:ea typeface="Calibri"/>
                <a:cs typeface="Calibri"/>
              </a:endParaRPr>
            </a:p>
            <a:p>
              <a:endParaRPr lang="en-US" sz="2400">
                <a:latin typeface="YAGzXW3gftg_0"/>
                <a:ea typeface="YAGzXW3gftg_0"/>
                <a:cs typeface="YAGzXW3gftg_0"/>
              </a:endParaRPr>
            </a:p>
            <a:p>
              <a:pPr>
                <a:buFont typeface=""/>
                <a:buChar char="•"/>
              </a:pPr>
              <a:r>
                <a:rPr lang="en-US" sz="2400"/>
                <a:t>Dynamic post sampling to better capture influencer diversity.</a:t>
              </a:r>
              <a:endParaRPr lang="en-US" sz="2400">
                <a:ea typeface="Calibri"/>
                <a:cs typeface="Calibri"/>
              </a:endParaRPr>
            </a:p>
            <a:p>
              <a:endParaRPr lang="en-US" sz="2400">
                <a:latin typeface="YAGzXW3gftg_0"/>
                <a:ea typeface="YAGzXW3gftg_0"/>
                <a:cs typeface="YAGzXW3gftg_0"/>
              </a:endParaRPr>
            </a:p>
            <a:p>
              <a:pPr>
                <a:buFont typeface=""/>
                <a:buChar char="•"/>
              </a:pPr>
              <a:r>
                <a:rPr lang="en-US" sz="2400"/>
                <a:t>Integration of engagement metrics (likes, comments, shares).</a:t>
              </a:r>
              <a:endParaRPr lang="en-US" sz="2400">
                <a:ea typeface="Calibri"/>
                <a:cs typeface="Calibri"/>
              </a:endParaRPr>
            </a:p>
            <a:p>
              <a:endParaRPr lang="en-US" sz="2400">
                <a:latin typeface="YAGzXW3gftg_0"/>
                <a:ea typeface="YAGzXW3gftg_0"/>
                <a:cs typeface="YAGzXW3gftg_0"/>
              </a:endParaRPr>
            </a:p>
            <a:p>
              <a:pPr>
                <a:buFont typeface=""/>
                <a:buChar char="•"/>
              </a:pPr>
              <a:r>
                <a:rPr lang="en-US" sz="2400"/>
                <a:t>Develop a real-time influencer recommendation system for brands.</a:t>
              </a:r>
              <a:endParaRPr lang="en-US" sz="2400">
                <a:ea typeface="Calibri"/>
                <a:cs typeface="Calibri"/>
              </a:endParaRPr>
            </a:p>
            <a:p>
              <a:endParaRPr lang="en-US" sz="2400">
                <a:latin typeface="YAGzXW3gftg_0"/>
                <a:ea typeface="YAGzXW3gftg_0"/>
                <a:cs typeface="YAGzXW3gftg_0"/>
              </a:endParaRPr>
            </a:p>
            <a:p>
              <a:pPr>
                <a:buFont typeface=""/>
                <a:buChar char="•"/>
              </a:pPr>
              <a:r>
                <a:rPr lang="en-US" sz="2400"/>
                <a:t>Targeted Text Modeling i.e. use specialized NLP techniques to extract more meaningful insights from sparse caption text.</a:t>
              </a:r>
              <a:endParaRPr lang="en-US" sz="2400">
                <a:ea typeface="Calibri"/>
                <a:cs typeface="Calibri"/>
              </a:endParaRPr>
            </a:p>
            <a:p>
              <a:pPr algn="ctr"/>
              <a:endParaRPr lang="en-US" sz="2400">
                <a:ea typeface="Calibri"/>
                <a:cs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43DE3FC-BC7C-E0C3-2526-2B5520B7F91C}"/>
              </a:ext>
            </a:extLst>
          </p:cNvPr>
          <p:cNvSpPr txBox="1"/>
          <p:nvPr/>
        </p:nvSpPr>
        <p:spPr>
          <a:xfrm>
            <a:off x="3793434" y="107674"/>
            <a:ext cx="11993217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000" b="1" baseline="0">
                <a:latin typeface="Calibri"/>
              </a:rPr>
              <a:t>Limitations</a:t>
            </a:r>
            <a:r>
              <a:rPr lang="en-US" sz="7000" b="1">
                <a:latin typeface="Calibri"/>
              </a:rPr>
              <a:t> and Future Scope</a:t>
            </a:r>
            <a:endParaRPr lang="en-US" sz="7000">
              <a:latin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1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7CF7FF-D771-82F3-236E-5BA3F0BD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33A8B1B-AC11-0557-FF8F-4D8A19B97E94}"/>
              </a:ext>
            </a:extLst>
          </p:cNvPr>
          <p:cNvSpPr/>
          <p:nvPr/>
        </p:nvSpPr>
        <p:spPr>
          <a:xfrm>
            <a:off x="683589" y="1016166"/>
            <a:ext cx="16779082" cy="9783656"/>
          </a:xfrm>
          <a:custGeom>
            <a:avLst/>
            <a:gdLst/>
            <a:ahLst/>
            <a:cxnLst/>
            <a:rect l="l" t="t" r="r" b="b"/>
            <a:pathLst>
              <a:path w="16779082" h="9783656">
                <a:moveTo>
                  <a:pt x="0" y="0"/>
                </a:moveTo>
                <a:lnTo>
                  <a:pt x="16779081" y="0"/>
                </a:lnTo>
                <a:lnTo>
                  <a:pt x="16779081" y="9783656"/>
                </a:lnTo>
                <a:lnTo>
                  <a:pt x="0" y="9783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9" b="-29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5633F0-BB53-923F-2799-88BACC8ED6D1}"/>
              </a:ext>
            </a:extLst>
          </p:cNvPr>
          <p:cNvSpPr/>
          <p:nvPr/>
        </p:nvSpPr>
        <p:spPr>
          <a:xfrm>
            <a:off x="17110100" y="1437860"/>
            <a:ext cx="934352" cy="962688"/>
          </a:xfrm>
          <a:custGeom>
            <a:avLst/>
            <a:gdLst/>
            <a:ahLst/>
            <a:cxnLst/>
            <a:rect l="l" t="t" r="r" b="b"/>
            <a:pathLst>
              <a:path w="934352" h="962688">
                <a:moveTo>
                  <a:pt x="0" y="0"/>
                </a:moveTo>
                <a:lnTo>
                  <a:pt x="934352" y="0"/>
                </a:lnTo>
                <a:lnTo>
                  <a:pt x="934352" y="962688"/>
                </a:lnTo>
                <a:lnTo>
                  <a:pt x="0" y="9626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" r="-1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6E45F0D-133E-D3D9-4F0B-06B7CF183577}"/>
              </a:ext>
            </a:extLst>
          </p:cNvPr>
          <p:cNvSpPr/>
          <p:nvPr/>
        </p:nvSpPr>
        <p:spPr>
          <a:xfrm>
            <a:off x="898566" y="8802890"/>
            <a:ext cx="1055784" cy="1047410"/>
          </a:xfrm>
          <a:custGeom>
            <a:avLst/>
            <a:gdLst/>
            <a:ahLst/>
            <a:cxnLst/>
            <a:rect l="l" t="t" r="r" b="b"/>
            <a:pathLst>
              <a:path w="1055784" h="1047410">
                <a:moveTo>
                  <a:pt x="0" y="0"/>
                </a:moveTo>
                <a:lnTo>
                  <a:pt x="1055784" y="0"/>
                </a:lnTo>
                <a:lnTo>
                  <a:pt x="1055784" y="1047410"/>
                </a:lnTo>
                <a:lnTo>
                  <a:pt x="0" y="10474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4" r="-54"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D58D937-F93A-1748-EAA6-4132FF5D6C9D}"/>
              </a:ext>
            </a:extLst>
          </p:cNvPr>
          <p:cNvSpPr/>
          <p:nvPr/>
        </p:nvSpPr>
        <p:spPr>
          <a:xfrm>
            <a:off x="14230566" y="6129338"/>
            <a:ext cx="4290271" cy="4157662"/>
          </a:xfrm>
          <a:custGeom>
            <a:avLst/>
            <a:gdLst/>
            <a:ahLst/>
            <a:cxnLst/>
            <a:rect l="l" t="t" r="r" b="b"/>
            <a:pathLst>
              <a:path w="4290271" h="4157662">
                <a:moveTo>
                  <a:pt x="0" y="0"/>
                </a:moveTo>
                <a:lnTo>
                  <a:pt x="4290270" y="0"/>
                </a:lnTo>
                <a:lnTo>
                  <a:pt x="4290270" y="4157662"/>
                </a:lnTo>
                <a:lnTo>
                  <a:pt x="0" y="41576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A84B714-E429-07C6-E1C1-4CA70A3C2D76}"/>
              </a:ext>
            </a:extLst>
          </p:cNvPr>
          <p:cNvSpPr/>
          <p:nvPr/>
        </p:nvSpPr>
        <p:spPr>
          <a:xfrm>
            <a:off x="0" y="-138196"/>
            <a:ext cx="3133523" cy="3301039"/>
          </a:xfrm>
          <a:custGeom>
            <a:avLst/>
            <a:gdLst/>
            <a:ahLst/>
            <a:cxnLst/>
            <a:rect l="l" t="t" r="r" b="b"/>
            <a:pathLst>
              <a:path w="3133523" h="3301039">
                <a:moveTo>
                  <a:pt x="0" y="0"/>
                </a:moveTo>
                <a:lnTo>
                  <a:pt x="3133523" y="0"/>
                </a:lnTo>
                <a:lnTo>
                  <a:pt x="3133523" y="3301039"/>
                </a:lnTo>
                <a:lnTo>
                  <a:pt x="0" y="33010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47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86E82-91DE-6543-AE20-A049234112B3}"/>
              </a:ext>
            </a:extLst>
          </p:cNvPr>
          <p:cNvSpPr txBox="1"/>
          <p:nvPr/>
        </p:nvSpPr>
        <p:spPr>
          <a:xfrm>
            <a:off x="5097425" y="4865155"/>
            <a:ext cx="1090986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>
                <a:ea typeface="Calibri"/>
                <a:cs typeface="Calibri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030887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</Words>
  <Application>Microsoft Office PowerPoint</Application>
  <PresentationFormat>Custom</PresentationFormat>
  <Paragraphs>583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Times New Roman Bold</vt:lpstr>
      <vt:lpstr>Times New Roman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Another Day Social Media _ by Slidesgo.pptx.pptx</dc:title>
  <cp:lastModifiedBy>Anushka Sawant</cp:lastModifiedBy>
  <cp:revision>1</cp:revision>
  <dcterms:created xsi:type="dcterms:W3CDTF">2006-08-16T00:00:00Z</dcterms:created>
  <dcterms:modified xsi:type="dcterms:W3CDTF">2025-11-09T19:10:25Z</dcterms:modified>
  <dc:identifier>DAG4NZKmxdI</dc:identifier>
</cp:coreProperties>
</file>